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425" r:id="rId2"/>
    <p:sldId id="426" r:id="rId3"/>
    <p:sldId id="427" r:id="rId4"/>
    <p:sldId id="428" r:id="rId5"/>
    <p:sldId id="429" r:id="rId6"/>
    <p:sldId id="430" r:id="rId7"/>
    <p:sldId id="431" r:id="rId8"/>
    <p:sldId id="432" r:id="rId9"/>
    <p:sldId id="433" r:id="rId10"/>
    <p:sldId id="434" r:id="rId11"/>
    <p:sldId id="435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6844" autoAdjust="0"/>
    <p:restoredTop sz="94660"/>
  </p:normalViewPr>
  <p:slideViewPr>
    <p:cSldViewPr>
      <p:cViewPr>
        <p:scale>
          <a:sx n="150" d="100"/>
          <a:sy n="150" d="100"/>
        </p:scale>
        <p:origin x="-978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FE00C1-5792-449F-B6A7-E546838C1F1E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DECAAB-411F-4724-B45A-1B848C48B25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71414"/>
            <a:ext cx="1909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*AJAX </a:t>
            </a:r>
            <a:r>
              <a:rPr lang="en-US" altLang="ko-KR" dirty="0" err="1" smtClean="0"/>
              <a:t>fileupload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757493"/>
            <a:ext cx="3293917" cy="1814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연결선 5"/>
          <p:cNvCxnSpPr/>
          <p:nvPr/>
        </p:nvCxnSpPr>
        <p:spPr>
          <a:xfrm>
            <a:off x="357158" y="1620835"/>
            <a:ext cx="850112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428596" y="2327277"/>
            <a:ext cx="850112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0" y="1543047"/>
            <a:ext cx="9943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Web Server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2185989"/>
            <a:ext cx="956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Web Client</a:t>
            </a:r>
            <a:endParaRPr lang="ko-KR" altLang="en-US" sz="1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900105"/>
            <a:ext cx="293369" cy="333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직선 화살표 연결선 11"/>
          <p:cNvCxnSpPr/>
          <p:nvPr/>
        </p:nvCxnSpPr>
        <p:spPr>
          <a:xfrm rot="16200000" flipH="1">
            <a:off x="357158" y="1685923"/>
            <a:ext cx="1500198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7224" y="3614749"/>
            <a:ext cx="15921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&lt;input type=“hidden”</a:t>
            </a:r>
          </a:p>
          <a:p>
            <a:r>
              <a:rPr lang="en-US" altLang="ko-KR" sz="1100" dirty="0" smtClean="0"/>
              <a:t> </a:t>
            </a:r>
            <a:r>
              <a:rPr lang="en-US" altLang="ko-KR" sz="1100" dirty="0" smtClean="0"/>
              <a:t>  name=“profile”/&gt;</a:t>
            </a:r>
            <a:endParaRPr lang="ko-KR" altLang="en-US" sz="1100" dirty="0"/>
          </a:p>
        </p:txBody>
      </p:sp>
      <p:sp>
        <p:nvSpPr>
          <p:cNvPr id="14" name="폭발 2 13"/>
          <p:cNvSpPr/>
          <p:nvPr/>
        </p:nvSpPr>
        <p:spPr>
          <a:xfrm>
            <a:off x="3214678" y="3043245"/>
            <a:ext cx="285752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2643174" y="1185857"/>
            <a:ext cx="972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mypage.jsp</a:t>
            </a:r>
            <a:endParaRPr lang="ko-KR" altLang="en-US" sz="1200" dirty="0"/>
          </a:p>
        </p:txBody>
      </p:sp>
      <p:cxnSp>
        <p:nvCxnSpPr>
          <p:cNvPr id="17" name="직선 화살표 연결선 16"/>
          <p:cNvCxnSpPr>
            <a:stCxn id="14" idx="1"/>
          </p:cNvCxnSpPr>
          <p:nvPr/>
        </p:nvCxnSpPr>
        <p:spPr>
          <a:xfrm rot="10800000">
            <a:off x="3000364" y="1400172"/>
            <a:ext cx="214314" cy="17282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14678" y="685791"/>
            <a:ext cx="30588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회원의 정보를 조회</a:t>
            </a:r>
            <a:r>
              <a:rPr lang="en-US" altLang="ko-KR" sz="1100" dirty="0" smtClean="0"/>
              <a:t>=&gt;JSON</a:t>
            </a:r>
          </a:p>
          <a:p>
            <a:pPr>
              <a:buFont typeface="Symbol"/>
              <a:buChar char="Þ"/>
            </a:pPr>
            <a:r>
              <a:rPr lang="ko-KR" altLang="en-US" sz="1100" dirty="0" err="1" smtClean="0"/>
              <a:t>응답받은</a:t>
            </a:r>
            <a:r>
              <a:rPr lang="ko-KR" altLang="en-US" sz="1100" dirty="0" smtClean="0"/>
              <a:t> </a:t>
            </a:r>
            <a:r>
              <a:rPr lang="en-US" altLang="ko-KR" sz="1100" dirty="0" err="1" smtClean="0"/>
              <a:t>JSONObject</a:t>
            </a:r>
            <a:r>
              <a:rPr lang="ko-KR" altLang="en-US" sz="1100" dirty="0" smtClean="0"/>
              <a:t>을 </a:t>
            </a:r>
            <a:endParaRPr lang="en-US" altLang="ko-KR" sz="1100" dirty="0" smtClean="0"/>
          </a:p>
          <a:p>
            <a:r>
              <a:rPr lang="en-US" altLang="ko-KR" sz="1100" dirty="0" smtClean="0"/>
              <a:t> </a:t>
            </a:r>
            <a:r>
              <a:rPr lang="en-US" altLang="ko-KR" sz="1100" dirty="0" smtClean="0"/>
              <a:t> parsing </a:t>
            </a:r>
            <a:r>
              <a:rPr lang="ko-KR" altLang="en-US" sz="1100" dirty="0" smtClean="0"/>
              <a:t>하여 </a:t>
            </a:r>
            <a:r>
              <a:rPr lang="en-US" altLang="ko-KR" sz="1100" dirty="0" smtClean="0"/>
              <a:t>HTML Form Control</a:t>
            </a:r>
            <a:r>
              <a:rPr lang="ko-KR" altLang="en-US" sz="1100" dirty="0" smtClean="0"/>
              <a:t>에 채운다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  <p:cxnSp>
        <p:nvCxnSpPr>
          <p:cNvPr id="20" name="직선 화살표 연결선 19"/>
          <p:cNvCxnSpPr/>
          <p:nvPr/>
        </p:nvCxnSpPr>
        <p:spPr>
          <a:xfrm rot="5400000">
            <a:off x="2607455" y="2007394"/>
            <a:ext cx="2143140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rot="5400000">
            <a:off x="1643042" y="1614485"/>
            <a:ext cx="2714644" cy="18573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00100" y="3971939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사용자가 </a:t>
            </a:r>
            <a:r>
              <a:rPr lang="ko-KR" altLang="en-US" sz="1200" dirty="0" err="1" smtClean="0"/>
              <a:t>업로드한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ko-KR" altLang="en-US" sz="1200" dirty="0" err="1" smtClean="0"/>
              <a:t>이미지명</a:t>
            </a:r>
            <a:r>
              <a:rPr lang="ko-KR" altLang="en-US" sz="1200" dirty="0" smtClean="0"/>
              <a:t> 설정</a:t>
            </a:r>
            <a:endParaRPr lang="ko-KR" altLang="en-US" sz="1200" dirty="0"/>
          </a:p>
        </p:txBody>
      </p:sp>
      <p:sp>
        <p:nvSpPr>
          <p:cNvPr id="24" name="폭발 2 23"/>
          <p:cNvSpPr/>
          <p:nvPr/>
        </p:nvSpPr>
        <p:spPr>
          <a:xfrm>
            <a:off x="1857356" y="3400435"/>
            <a:ext cx="214314" cy="21431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/>
          <p:cNvCxnSpPr>
            <a:stCxn id="24" idx="0"/>
          </p:cNvCxnSpPr>
          <p:nvPr/>
        </p:nvCxnSpPr>
        <p:spPr>
          <a:xfrm rot="16200000" flipV="1">
            <a:off x="824656" y="2289996"/>
            <a:ext cx="2018987" cy="2393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857232"/>
            <a:ext cx="293369" cy="333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" name="TextBox 27"/>
          <p:cNvSpPr txBox="1"/>
          <p:nvPr/>
        </p:nvSpPr>
        <p:spPr>
          <a:xfrm>
            <a:off x="1214414" y="1142984"/>
            <a:ext cx="935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upload.jsp</a:t>
            </a:r>
            <a:endParaRPr lang="ko-KR" alt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1285852" y="1785926"/>
            <a:ext cx="848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AJAX</a:t>
            </a:r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2143108" y="285728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이미지 업로드 수행</a:t>
            </a:r>
            <a:endParaRPr lang="en-US" altLang="ko-KR" sz="1200" b="1" dirty="0" smtClean="0"/>
          </a:p>
          <a:p>
            <a:r>
              <a:rPr lang="ko-KR" altLang="en-US" sz="1200" dirty="0" err="1" smtClean="0"/>
              <a:t>미리보기</a:t>
            </a:r>
            <a:r>
              <a:rPr lang="ko-KR" altLang="en-US" sz="1200" dirty="0" smtClean="0"/>
              <a:t> 처리</a:t>
            </a:r>
            <a:endParaRPr lang="ko-KR" altLang="en-US" sz="1200" dirty="0"/>
          </a:p>
        </p:txBody>
      </p:sp>
      <p:cxnSp>
        <p:nvCxnSpPr>
          <p:cNvPr id="34" name="직선 화살표 연결선 33"/>
          <p:cNvCxnSpPr/>
          <p:nvPr/>
        </p:nvCxnSpPr>
        <p:spPr>
          <a:xfrm rot="10800000" flipV="1">
            <a:off x="1733550" y="500040"/>
            <a:ext cx="623874" cy="4397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rot="5400000">
            <a:off x="1142976" y="1500174"/>
            <a:ext cx="2500330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폭발 2 37"/>
          <p:cNvSpPr/>
          <p:nvPr/>
        </p:nvSpPr>
        <p:spPr>
          <a:xfrm>
            <a:off x="3428992" y="4071942"/>
            <a:ext cx="285752" cy="21431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화살표 연결선 39"/>
          <p:cNvCxnSpPr>
            <a:stCxn id="38" idx="3"/>
          </p:cNvCxnSpPr>
          <p:nvPr/>
        </p:nvCxnSpPr>
        <p:spPr>
          <a:xfrm flipV="1">
            <a:off x="3714744" y="1071546"/>
            <a:ext cx="3071834" cy="30663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72330" y="571480"/>
            <a:ext cx="293369" cy="333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2" name="TextBox 41"/>
          <p:cNvSpPr txBox="1"/>
          <p:nvPr/>
        </p:nvSpPr>
        <p:spPr>
          <a:xfrm>
            <a:off x="6858016" y="857232"/>
            <a:ext cx="14947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mypageProcess.jsp</a:t>
            </a:r>
            <a:endParaRPr lang="ko-KR" altLang="en-US" sz="1200" dirty="0"/>
          </a:p>
        </p:txBody>
      </p:sp>
      <p:sp>
        <p:nvSpPr>
          <p:cNvPr id="43" name="TextBox 42"/>
          <p:cNvSpPr txBox="1"/>
          <p:nvPr/>
        </p:nvSpPr>
        <p:spPr>
          <a:xfrm>
            <a:off x="7358082" y="357166"/>
            <a:ext cx="3215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/>
              <a:t>이미지명은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&lt;input type=“hidden”</a:t>
            </a:r>
            <a:r>
              <a:rPr lang="ko-KR" altLang="en-US" sz="1200" dirty="0" smtClean="0"/>
              <a:t>에서 받고</a:t>
            </a:r>
            <a:endParaRPr lang="en-US" altLang="ko-KR" sz="1200" dirty="0" smtClean="0"/>
          </a:p>
          <a:p>
            <a:r>
              <a:rPr lang="ko-KR" altLang="en-US" sz="1200" dirty="0" smtClean="0"/>
              <a:t>나머지 값 </a:t>
            </a:r>
            <a:r>
              <a:rPr lang="en-US" altLang="ko-KR" sz="1200" dirty="0" smtClean="0"/>
              <a:t>HTML Form Control</a:t>
            </a:r>
            <a:r>
              <a:rPr lang="ko-KR" altLang="en-US" sz="1200" dirty="0" smtClean="0"/>
              <a:t>에서</a:t>
            </a:r>
            <a:endParaRPr lang="en-US" altLang="ko-KR" sz="1200" dirty="0" smtClean="0"/>
          </a:p>
          <a:p>
            <a:r>
              <a:rPr lang="ko-KR" altLang="en-US" sz="1200" dirty="0" smtClean="0"/>
              <a:t>받아서 </a:t>
            </a:r>
            <a:r>
              <a:rPr lang="en-US" altLang="ko-KR" sz="1200" dirty="0" smtClean="0"/>
              <a:t>update</a:t>
            </a:r>
            <a:r>
              <a:rPr lang="ko-KR" altLang="en-US" sz="1200" dirty="0" smtClean="0"/>
              <a:t>를 수행</a:t>
            </a:r>
            <a:endParaRPr lang="ko-KR" altLang="en-US" sz="1200" dirty="0"/>
          </a:p>
        </p:txBody>
      </p:sp>
      <p:cxnSp>
        <p:nvCxnSpPr>
          <p:cNvPr id="45" name="직선 화살표 연결선 44"/>
          <p:cNvCxnSpPr/>
          <p:nvPr/>
        </p:nvCxnSpPr>
        <p:spPr>
          <a:xfrm rot="10800000" flipV="1">
            <a:off x="4286248" y="1142984"/>
            <a:ext cx="3071834" cy="29289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9138720" cy="6771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*AJAX file upload</a:t>
            </a:r>
          </a:p>
          <a:p>
            <a:r>
              <a:rPr lang="en-US" altLang="ko-KR" sz="1600" dirty="0" smtClean="0"/>
              <a:t> - HTML Form Control</a:t>
            </a:r>
            <a:r>
              <a:rPr lang="ko-KR" altLang="en-US" sz="1600" dirty="0" smtClean="0"/>
              <a:t>의 값은 </a:t>
            </a:r>
            <a:r>
              <a:rPr lang="en-US" altLang="ko-KR" sz="1600" dirty="0" smtClean="0"/>
              <a:t>web parameter </a:t>
            </a:r>
            <a:r>
              <a:rPr lang="ko-KR" altLang="en-US" sz="1600" dirty="0" smtClean="0"/>
              <a:t>전송방식으로 전송</a:t>
            </a:r>
            <a:r>
              <a:rPr lang="en-US" altLang="ko-KR" sz="1600" dirty="0" smtClean="0"/>
              <a:t>( </a:t>
            </a:r>
            <a:r>
              <a:rPr lang="en-US" altLang="ko-KR" sz="1600" dirty="0" err="1" smtClean="0"/>
              <a:t>backe</a:t>
            </a:r>
            <a:r>
              <a:rPr lang="en-US" altLang="ko-KR" sz="1600" dirty="0" smtClean="0"/>
              <a:t>-end</a:t>
            </a:r>
            <a:r>
              <a:rPr lang="ko-KR" altLang="en-US" sz="1600" dirty="0" smtClean="0"/>
              <a:t>에서 </a:t>
            </a:r>
            <a:endParaRPr lang="en-US" altLang="ko-KR" sz="1600" dirty="0" smtClean="0"/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HttpServletRequest</a:t>
            </a:r>
            <a:r>
              <a:rPr lang="ko-KR" altLang="en-US" sz="1600" dirty="0" smtClean="0"/>
              <a:t> </a:t>
            </a:r>
            <a:r>
              <a:rPr lang="ko-KR" altLang="en-US" sz="1600" dirty="0" smtClean="0"/>
              <a:t>객체를 사용하여 </a:t>
            </a:r>
            <a:r>
              <a:rPr lang="en-US" altLang="ko-KR" sz="1600" dirty="0" smtClean="0"/>
              <a:t>parameter</a:t>
            </a:r>
            <a:r>
              <a:rPr lang="ko-KR" altLang="en-US" sz="1600" dirty="0" smtClean="0"/>
              <a:t>를 처리할 수 있다</a:t>
            </a:r>
            <a:r>
              <a:rPr lang="en-US" altLang="ko-KR" sz="1600" dirty="0" smtClean="0"/>
              <a:t>.)</a:t>
            </a:r>
            <a:r>
              <a:rPr lang="ko-KR" altLang="en-US" sz="1600" dirty="0" smtClean="0"/>
              <a:t>하고 </a:t>
            </a:r>
            <a:r>
              <a:rPr lang="en-US" altLang="ko-KR" sz="1600" dirty="0" smtClean="0"/>
              <a:t>File</a:t>
            </a:r>
            <a:r>
              <a:rPr lang="ko-KR" altLang="en-US" sz="1600" dirty="0" smtClean="0"/>
              <a:t>만 비동기 방식으로</a:t>
            </a:r>
            <a:endParaRPr lang="en-US" altLang="ko-KR" sz="1600" dirty="0" smtClean="0"/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전송할 수 </a:t>
            </a:r>
            <a:r>
              <a:rPr lang="ko-KR" altLang="en-US" sz="1600" dirty="0" smtClean="0"/>
              <a:t>있다</a:t>
            </a:r>
            <a:r>
              <a:rPr lang="en-US" altLang="ko-KR" sz="1600" dirty="0" smtClean="0"/>
              <a:t>.</a:t>
            </a:r>
          </a:p>
          <a:p>
            <a:pPr>
              <a:buFontTx/>
              <a:buChar char="-"/>
            </a:pPr>
            <a:r>
              <a:rPr lang="ko-KR" altLang="en-US" sz="1600" dirty="0" smtClean="0"/>
              <a:t>파일업로드와 다수의 </a:t>
            </a:r>
            <a:r>
              <a:rPr lang="en-US" altLang="ko-KR" sz="1600" dirty="0" smtClean="0"/>
              <a:t>Form Control</a:t>
            </a:r>
            <a:r>
              <a:rPr lang="ko-KR" altLang="en-US" sz="1600" dirty="0" smtClean="0"/>
              <a:t>이 혼재되어 사용자에게 제공될 때 사용하면 편리</a:t>
            </a:r>
            <a:r>
              <a:rPr lang="en-US" altLang="ko-KR" sz="1600" dirty="0" smtClean="0"/>
              <a:t>.</a:t>
            </a:r>
          </a:p>
          <a:p>
            <a:pPr>
              <a:buFontTx/>
              <a:buChar char="-"/>
            </a:pPr>
            <a:endParaRPr lang="en-US" altLang="ko-KR" sz="1600" dirty="0" smtClean="0"/>
          </a:p>
          <a:p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pPr marL="342900" indent="-342900"/>
            <a:r>
              <a:rPr lang="en-US" altLang="ko-KR" sz="1600" dirty="0" smtClean="0"/>
              <a:t>1.ContentType </a:t>
            </a:r>
            <a:r>
              <a:rPr lang="ko-KR" altLang="en-US" sz="1600" dirty="0" smtClean="0"/>
              <a:t>속성 </a:t>
            </a:r>
            <a:r>
              <a:rPr lang="en-US" altLang="ko-KR" sz="1600" dirty="0" smtClean="0"/>
              <a:t>: false</a:t>
            </a:r>
            <a:r>
              <a:rPr lang="ko-KR" altLang="en-US" sz="1600" dirty="0" smtClean="0"/>
              <a:t>로 설정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$.</a:t>
            </a:r>
            <a:r>
              <a:rPr lang="en-US" altLang="ko-KR" sz="1600" dirty="0" err="1" smtClean="0"/>
              <a:t>ajax</a:t>
            </a:r>
            <a:r>
              <a:rPr lang="en-US" altLang="ko-KR" sz="1600" dirty="0" smtClean="0"/>
              <a:t>({</a:t>
            </a:r>
          </a:p>
          <a:p>
            <a:pPr marL="342900" indent="-342900"/>
            <a:r>
              <a:rPr lang="en-US" altLang="ko-KR" sz="1600" dirty="0" smtClean="0"/>
              <a:t>    </a:t>
            </a:r>
            <a:r>
              <a:rPr lang="en-US" altLang="ko-KR" sz="1600" dirty="0" err="1" smtClean="0"/>
              <a:t>contentType:false</a:t>
            </a:r>
            <a:r>
              <a:rPr lang="en-US" altLang="ko-KR" sz="1600" dirty="0" smtClean="0"/>
              <a:t>, =&gt; parameter </a:t>
            </a:r>
            <a:r>
              <a:rPr lang="ko-KR" altLang="en-US" sz="1600" dirty="0" smtClean="0"/>
              <a:t>전송방식에서 </a:t>
            </a:r>
            <a:r>
              <a:rPr lang="en-US" altLang="ko-KR" sz="1600" dirty="0" smtClean="0"/>
              <a:t>binary </a:t>
            </a:r>
            <a:r>
              <a:rPr lang="ko-KR" altLang="en-US" sz="1600" dirty="0" smtClean="0"/>
              <a:t>전송방식으로 변경</a:t>
            </a:r>
            <a:r>
              <a:rPr lang="en-US" altLang="ko-KR" sz="1600" dirty="0" smtClean="0"/>
              <a:t>.</a:t>
            </a:r>
          </a:p>
          <a:p>
            <a:pPr marL="342900" indent="-342900"/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2.processData</a:t>
            </a:r>
            <a:r>
              <a:rPr lang="ko-KR" altLang="en-US" sz="1600" dirty="0" smtClean="0"/>
              <a:t>속성 </a:t>
            </a:r>
            <a:r>
              <a:rPr lang="en-US" altLang="ko-KR" sz="1600" dirty="0" smtClean="0"/>
              <a:t>:false</a:t>
            </a:r>
            <a:r>
              <a:rPr lang="ko-KR" altLang="en-US" sz="1600" dirty="0" smtClean="0"/>
              <a:t>로 설정</a:t>
            </a:r>
            <a:r>
              <a:rPr lang="en-US" altLang="ko-KR" sz="1600" dirty="0" smtClean="0"/>
              <a:t>.</a:t>
            </a:r>
          </a:p>
          <a:p>
            <a:pPr marL="342900" indent="-342900"/>
            <a:r>
              <a:rPr lang="en-US" altLang="ko-KR" sz="1600" dirty="0" smtClean="0"/>
              <a:t>    </a:t>
            </a:r>
            <a:r>
              <a:rPr lang="en-US" altLang="ko-KR" sz="1600" dirty="0" err="1" smtClean="0"/>
              <a:t>processData</a:t>
            </a:r>
            <a:r>
              <a:rPr lang="en-US" altLang="ko-KR" sz="1600" dirty="0" smtClean="0"/>
              <a:t> : false, =&gt; </a:t>
            </a:r>
            <a:r>
              <a:rPr lang="ko-KR" altLang="en-US" sz="1600" dirty="0" smtClean="0"/>
              <a:t>요청 </a:t>
            </a:r>
            <a:r>
              <a:rPr lang="en-US" altLang="ko-KR" sz="1600" dirty="0" smtClean="0"/>
              <a:t>URL</a:t>
            </a:r>
            <a:r>
              <a:rPr lang="ko-KR" altLang="en-US" sz="1600" dirty="0" smtClean="0"/>
              <a:t>에 </a:t>
            </a:r>
            <a:r>
              <a:rPr lang="en-US" altLang="ko-KR" sz="1600" dirty="0" err="1" smtClean="0"/>
              <a:t>QueryString</a:t>
            </a:r>
            <a:r>
              <a:rPr lang="ko-KR" altLang="en-US" sz="1600" dirty="0" smtClean="0"/>
              <a:t>이 연결되지 않는다</a:t>
            </a:r>
            <a:r>
              <a:rPr lang="en-US" altLang="ko-KR" sz="1600" dirty="0" smtClean="0"/>
              <a:t>.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                             (HTML Form Control </a:t>
            </a:r>
            <a:r>
              <a:rPr lang="ko-KR" altLang="en-US" sz="1600" dirty="0" smtClean="0"/>
              <a:t>값 전송 </a:t>
            </a:r>
            <a:r>
              <a:rPr lang="en-US" altLang="ko-KR" sz="1600" dirty="0" smtClean="0"/>
              <a:t>=&gt; HTTP Protocol</a:t>
            </a:r>
            <a:r>
              <a:rPr lang="ko-KR" altLang="en-US" sz="1600" dirty="0" smtClean="0"/>
              <a:t>에 </a:t>
            </a:r>
            <a:r>
              <a:rPr lang="en-US" altLang="ko-KR" sz="1600" dirty="0" smtClean="0"/>
              <a:t>payload</a:t>
            </a:r>
            <a:r>
              <a:rPr lang="ko-KR" altLang="en-US" sz="1600" dirty="0" smtClean="0"/>
              <a:t>로 전달</a:t>
            </a:r>
            <a:r>
              <a:rPr lang="en-US" altLang="ko-KR" sz="1600" dirty="0" smtClean="0"/>
              <a:t>)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 })</a:t>
            </a:r>
          </a:p>
          <a:p>
            <a:pPr marL="342900" indent="-342900"/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 form </a:t>
            </a:r>
            <a:r>
              <a:rPr lang="ko-KR" altLang="en-US" sz="1600" dirty="0" smtClean="0"/>
              <a:t>태그 </a:t>
            </a:r>
            <a:r>
              <a:rPr lang="en-US" altLang="ko-KR" sz="1600" dirty="0" smtClean="0"/>
              <a:t>=&gt;  parameter </a:t>
            </a:r>
            <a:r>
              <a:rPr lang="ko-KR" altLang="en-US" sz="1600" dirty="0" smtClean="0"/>
              <a:t>전송방식을 그대로 유지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&lt;form id=“</a:t>
            </a:r>
            <a:r>
              <a:rPr lang="ko-KR" altLang="en-US" sz="1600" b="1" dirty="0" smtClean="0"/>
              <a:t>아이디</a:t>
            </a:r>
            <a:r>
              <a:rPr lang="en-US" altLang="ko-KR" sz="1600" dirty="0" smtClean="0"/>
              <a:t>” name=“</a:t>
            </a:r>
            <a:r>
              <a:rPr lang="ko-KR" altLang="en-US" sz="1600" dirty="0" smtClean="0"/>
              <a:t>이름</a:t>
            </a:r>
            <a:r>
              <a:rPr lang="en-US" altLang="ko-KR" sz="1600" dirty="0" smtClean="0"/>
              <a:t>” action=“</a:t>
            </a:r>
            <a:r>
              <a:rPr lang="ko-KR" altLang="en-US" sz="1600" dirty="0" err="1" smtClean="0"/>
              <a:t>요청받는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JSP</a:t>
            </a:r>
            <a:r>
              <a:rPr lang="en-US" altLang="ko-KR" sz="1600" dirty="0" smtClean="0"/>
              <a:t>” </a:t>
            </a:r>
            <a:r>
              <a:rPr lang="en-US" altLang="ko-KR" sz="1600" dirty="0" smtClean="0"/>
              <a:t>method=“post”&gt;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  &lt;input type=“text, </a:t>
            </a:r>
            <a:r>
              <a:rPr lang="en-US" altLang="ko-KR" sz="1600" dirty="0" err="1" smtClean="0"/>
              <a:t>password,radio</a:t>
            </a:r>
            <a:r>
              <a:rPr lang="en-US" altLang="ko-KR" sz="1600" dirty="0" smtClean="0"/>
              <a:t>,,,,”&gt;//</a:t>
            </a:r>
            <a:r>
              <a:rPr lang="ko-KR" altLang="en-US" sz="1600" dirty="0" smtClean="0"/>
              <a:t>일반 </a:t>
            </a:r>
            <a:r>
              <a:rPr lang="en-US" altLang="ko-KR" sz="1600" dirty="0" smtClean="0"/>
              <a:t>Form Control</a:t>
            </a:r>
            <a:r>
              <a:rPr lang="ko-KR" altLang="en-US" sz="1600" dirty="0" smtClean="0"/>
              <a:t>이 여러 개 존재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    </a:t>
            </a:r>
            <a:r>
              <a:rPr lang="en-US" altLang="ko-KR" sz="1600" dirty="0" smtClean="0"/>
              <a:t>&lt;input type</a:t>
            </a:r>
            <a:r>
              <a:rPr lang="en-US" altLang="ko-KR" sz="1600" dirty="0" smtClean="0"/>
              <a:t>=“</a:t>
            </a:r>
            <a:r>
              <a:rPr lang="en-US" altLang="ko-KR" sz="1600" b="1" dirty="0" smtClean="0"/>
              <a:t>file</a:t>
            </a:r>
            <a:r>
              <a:rPr lang="en-US" altLang="ko-KR" sz="1600" dirty="0" smtClean="0"/>
              <a:t>” name=“</a:t>
            </a:r>
            <a:r>
              <a:rPr lang="ko-KR" altLang="en-US" sz="1600" dirty="0" smtClean="0"/>
              <a:t>이름</a:t>
            </a:r>
            <a:r>
              <a:rPr lang="en-US" altLang="ko-KR" sz="1600" dirty="0" smtClean="0"/>
              <a:t>” id=“</a:t>
            </a:r>
            <a:r>
              <a:rPr lang="ko-KR" altLang="en-US" sz="1600" dirty="0" smtClean="0"/>
              <a:t>아이디</a:t>
            </a:r>
            <a:r>
              <a:rPr lang="en-US" altLang="ko-KR" sz="1600" dirty="0" smtClean="0"/>
              <a:t>”&gt;//File Control</a:t>
            </a:r>
          </a:p>
          <a:p>
            <a:pPr marL="342900" indent="-342900"/>
            <a:r>
              <a:rPr lang="en-US" altLang="ko-KR" sz="1600" dirty="0" smtClean="0"/>
              <a:t>   &lt;/form&gt;</a:t>
            </a:r>
          </a:p>
          <a:p>
            <a:pPr marL="342900" indent="-342900"/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3. f</a:t>
            </a:r>
            <a:r>
              <a:rPr lang="en-US" altLang="ko-KR" sz="1600" dirty="0" smtClean="0"/>
              <a:t>orm </a:t>
            </a:r>
            <a:r>
              <a:rPr lang="ko-KR" altLang="en-US" sz="1600" dirty="0" smtClean="0"/>
              <a:t>객체 얻기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var</a:t>
            </a:r>
            <a:r>
              <a:rPr lang="en-US" altLang="ko-KR" sz="1600" dirty="0" smtClean="0"/>
              <a:t> form=$(“#</a:t>
            </a:r>
            <a:r>
              <a:rPr lang="ko-KR" altLang="en-US" sz="1600" dirty="0" smtClean="0"/>
              <a:t>아이디</a:t>
            </a:r>
            <a:r>
              <a:rPr lang="en-US" altLang="ko-KR" sz="1600" dirty="0" smtClean="0"/>
              <a:t>”)[0]; //parameter </a:t>
            </a:r>
            <a:r>
              <a:rPr lang="ko-KR" altLang="en-US" sz="1600" dirty="0" smtClean="0"/>
              <a:t>전송방식</a:t>
            </a:r>
            <a:r>
              <a:rPr lang="en-US" altLang="ko-KR" sz="1600" dirty="0" smtClean="0"/>
              <a:t>(application/x-www-form-</a:t>
            </a:r>
            <a:r>
              <a:rPr lang="en-US" altLang="ko-KR" sz="1600" dirty="0" err="1" smtClean="0"/>
              <a:t>urlencoded</a:t>
            </a:r>
            <a:r>
              <a:rPr lang="en-US" altLang="ko-KR" sz="1600" dirty="0" smtClean="0"/>
              <a:t>)</a:t>
            </a:r>
          </a:p>
          <a:p>
            <a:pPr marL="342900" indent="-342900"/>
            <a:r>
              <a:rPr lang="en-US" altLang="ko-KR" sz="1600" dirty="0" smtClean="0"/>
              <a:t>4.FormData </a:t>
            </a:r>
            <a:r>
              <a:rPr lang="ko-KR" altLang="en-US" sz="1600" dirty="0" smtClean="0"/>
              <a:t>객체 생성 </a:t>
            </a:r>
            <a:r>
              <a:rPr lang="en-US" altLang="ko-KR" sz="1600" dirty="0" smtClean="0"/>
              <a:t>( parameter</a:t>
            </a:r>
            <a:r>
              <a:rPr lang="ko-KR" altLang="en-US" sz="1600" dirty="0" smtClean="0"/>
              <a:t>전송방식 </a:t>
            </a:r>
            <a:r>
              <a:rPr lang="en-US" altLang="ko-KR" sz="1600" dirty="0" smtClean="0"/>
              <a:t>-&gt; binary </a:t>
            </a:r>
            <a:r>
              <a:rPr lang="ko-KR" altLang="en-US" sz="1600" dirty="0" smtClean="0"/>
              <a:t>전송방식으로 변경</a:t>
            </a:r>
            <a:r>
              <a:rPr lang="en-US" altLang="ko-KR" sz="1600" dirty="0" smtClean="0"/>
              <a:t>( </a:t>
            </a:r>
            <a:r>
              <a:rPr lang="en-US" altLang="ko-KR" sz="1600" dirty="0" err="1" smtClean="0"/>
              <a:t>FormData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객체 사용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)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var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formData</a:t>
            </a:r>
            <a:r>
              <a:rPr lang="en-US" altLang="ko-KR" sz="1600" dirty="0" smtClean="0"/>
              <a:t>=new </a:t>
            </a:r>
            <a:r>
              <a:rPr lang="en-US" altLang="ko-KR" sz="1600" b="1" dirty="0" err="1" smtClean="0"/>
              <a:t>FormData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찾아낸 </a:t>
            </a:r>
            <a:r>
              <a:rPr lang="en-US" altLang="ko-KR" sz="1600" dirty="0" smtClean="0"/>
              <a:t>form</a:t>
            </a:r>
            <a:r>
              <a:rPr lang="ko-KR" altLang="en-US" sz="1600" dirty="0" smtClean="0"/>
              <a:t>객체 </a:t>
            </a:r>
            <a:r>
              <a:rPr lang="en-US" altLang="ko-KR" sz="1600" dirty="0" smtClean="0"/>
              <a:t>);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</a:t>
            </a:r>
            <a:endParaRPr lang="ko-KR" altLang="en-US" sz="1600" dirty="0"/>
          </a:p>
        </p:txBody>
      </p:sp>
      <p:sp>
        <p:nvSpPr>
          <p:cNvPr id="3" name="자유형 2"/>
          <p:cNvSpPr/>
          <p:nvPr/>
        </p:nvSpPr>
        <p:spPr>
          <a:xfrm>
            <a:off x="229002" y="4368800"/>
            <a:ext cx="1999848" cy="1625600"/>
          </a:xfrm>
          <a:custGeom>
            <a:avLst/>
            <a:gdLst>
              <a:gd name="connsiteX0" fmla="*/ 1974448 w 1999848"/>
              <a:gd name="connsiteY0" fmla="*/ 1625600 h 1625600"/>
              <a:gd name="connsiteX1" fmla="*/ 1987148 w 1999848"/>
              <a:gd name="connsiteY1" fmla="*/ 1593850 h 1625600"/>
              <a:gd name="connsiteX2" fmla="*/ 1993498 w 1999848"/>
              <a:gd name="connsiteY2" fmla="*/ 1555750 h 1625600"/>
              <a:gd name="connsiteX3" fmla="*/ 1999848 w 1999848"/>
              <a:gd name="connsiteY3" fmla="*/ 1524000 h 1625600"/>
              <a:gd name="connsiteX4" fmla="*/ 1993498 w 1999848"/>
              <a:gd name="connsiteY4" fmla="*/ 1365250 h 1625600"/>
              <a:gd name="connsiteX5" fmla="*/ 1974448 w 1999848"/>
              <a:gd name="connsiteY5" fmla="*/ 1320800 h 1625600"/>
              <a:gd name="connsiteX6" fmla="*/ 1955398 w 1999848"/>
              <a:gd name="connsiteY6" fmla="*/ 1314450 h 1625600"/>
              <a:gd name="connsiteX7" fmla="*/ 1777598 w 1999848"/>
              <a:gd name="connsiteY7" fmla="*/ 1282700 h 1625600"/>
              <a:gd name="connsiteX8" fmla="*/ 983848 w 1999848"/>
              <a:gd name="connsiteY8" fmla="*/ 1276350 h 1625600"/>
              <a:gd name="connsiteX9" fmla="*/ 812398 w 1999848"/>
              <a:gd name="connsiteY9" fmla="*/ 1257300 h 1625600"/>
              <a:gd name="connsiteX10" fmla="*/ 786998 w 1999848"/>
              <a:gd name="connsiteY10" fmla="*/ 1250950 h 1625600"/>
              <a:gd name="connsiteX11" fmla="*/ 717148 w 1999848"/>
              <a:gd name="connsiteY11" fmla="*/ 1244600 h 1625600"/>
              <a:gd name="connsiteX12" fmla="*/ 640948 w 1999848"/>
              <a:gd name="connsiteY12" fmla="*/ 1231900 h 1625600"/>
              <a:gd name="connsiteX13" fmla="*/ 609198 w 1999848"/>
              <a:gd name="connsiteY13" fmla="*/ 1225550 h 1625600"/>
              <a:gd name="connsiteX14" fmla="*/ 520298 w 1999848"/>
              <a:gd name="connsiteY14" fmla="*/ 1219200 h 1625600"/>
              <a:gd name="connsiteX15" fmla="*/ 456798 w 1999848"/>
              <a:gd name="connsiteY15" fmla="*/ 1206500 h 1625600"/>
              <a:gd name="connsiteX16" fmla="*/ 418698 w 1999848"/>
              <a:gd name="connsiteY16" fmla="*/ 1200150 h 1625600"/>
              <a:gd name="connsiteX17" fmla="*/ 380598 w 1999848"/>
              <a:gd name="connsiteY17" fmla="*/ 1187450 h 1625600"/>
              <a:gd name="connsiteX18" fmla="*/ 342498 w 1999848"/>
              <a:gd name="connsiteY18" fmla="*/ 1174750 h 1625600"/>
              <a:gd name="connsiteX19" fmla="*/ 323448 w 1999848"/>
              <a:gd name="connsiteY19" fmla="*/ 1168400 h 1625600"/>
              <a:gd name="connsiteX20" fmla="*/ 285348 w 1999848"/>
              <a:gd name="connsiteY20" fmla="*/ 1155700 h 1625600"/>
              <a:gd name="connsiteX21" fmla="*/ 247248 w 1999848"/>
              <a:gd name="connsiteY21" fmla="*/ 1136650 h 1625600"/>
              <a:gd name="connsiteX22" fmla="*/ 228198 w 1999848"/>
              <a:gd name="connsiteY22" fmla="*/ 1130300 h 1625600"/>
              <a:gd name="connsiteX23" fmla="*/ 196448 w 1999848"/>
              <a:gd name="connsiteY23" fmla="*/ 1111250 h 1625600"/>
              <a:gd name="connsiteX24" fmla="*/ 171048 w 1999848"/>
              <a:gd name="connsiteY24" fmla="*/ 1098550 h 1625600"/>
              <a:gd name="connsiteX25" fmla="*/ 94848 w 1999848"/>
              <a:gd name="connsiteY25" fmla="*/ 1035050 h 1625600"/>
              <a:gd name="connsiteX26" fmla="*/ 69448 w 1999848"/>
              <a:gd name="connsiteY26" fmla="*/ 1009650 h 1625600"/>
              <a:gd name="connsiteX27" fmla="*/ 50398 w 1999848"/>
              <a:gd name="connsiteY27" fmla="*/ 990600 h 1625600"/>
              <a:gd name="connsiteX28" fmla="*/ 44048 w 1999848"/>
              <a:gd name="connsiteY28" fmla="*/ 971550 h 1625600"/>
              <a:gd name="connsiteX29" fmla="*/ 18648 w 1999848"/>
              <a:gd name="connsiteY29" fmla="*/ 920750 h 1625600"/>
              <a:gd name="connsiteX30" fmla="*/ 5948 w 1999848"/>
              <a:gd name="connsiteY30" fmla="*/ 831850 h 1625600"/>
              <a:gd name="connsiteX31" fmla="*/ 18648 w 1999848"/>
              <a:gd name="connsiteY31" fmla="*/ 641350 h 1625600"/>
              <a:gd name="connsiteX32" fmla="*/ 31348 w 1999848"/>
              <a:gd name="connsiteY32" fmla="*/ 584200 h 1625600"/>
              <a:gd name="connsiteX33" fmla="*/ 63098 w 1999848"/>
              <a:gd name="connsiteY33" fmla="*/ 520700 h 1625600"/>
              <a:gd name="connsiteX34" fmla="*/ 69448 w 1999848"/>
              <a:gd name="connsiteY34" fmla="*/ 488950 h 1625600"/>
              <a:gd name="connsiteX35" fmla="*/ 101198 w 1999848"/>
              <a:gd name="connsiteY35" fmla="*/ 438150 h 1625600"/>
              <a:gd name="connsiteX36" fmla="*/ 139298 w 1999848"/>
              <a:gd name="connsiteY36" fmla="*/ 381000 h 1625600"/>
              <a:gd name="connsiteX37" fmla="*/ 164698 w 1999848"/>
              <a:gd name="connsiteY37" fmla="*/ 349250 h 1625600"/>
              <a:gd name="connsiteX38" fmla="*/ 183748 w 1999848"/>
              <a:gd name="connsiteY38" fmla="*/ 311150 h 1625600"/>
              <a:gd name="connsiteX39" fmla="*/ 202798 w 1999848"/>
              <a:gd name="connsiteY39" fmla="*/ 298450 h 1625600"/>
              <a:gd name="connsiteX40" fmla="*/ 240898 w 1999848"/>
              <a:gd name="connsiteY40" fmla="*/ 260350 h 1625600"/>
              <a:gd name="connsiteX41" fmla="*/ 253598 w 1999848"/>
              <a:gd name="connsiteY41" fmla="*/ 241300 h 1625600"/>
              <a:gd name="connsiteX42" fmla="*/ 278998 w 1999848"/>
              <a:gd name="connsiteY42" fmla="*/ 222250 h 1625600"/>
              <a:gd name="connsiteX43" fmla="*/ 298048 w 1999848"/>
              <a:gd name="connsiteY43" fmla="*/ 203200 h 1625600"/>
              <a:gd name="connsiteX44" fmla="*/ 317098 w 1999848"/>
              <a:gd name="connsiteY44" fmla="*/ 190500 h 1625600"/>
              <a:gd name="connsiteX45" fmla="*/ 336148 w 1999848"/>
              <a:gd name="connsiteY45" fmla="*/ 171450 h 1625600"/>
              <a:gd name="connsiteX46" fmla="*/ 361548 w 1999848"/>
              <a:gd name="connsiteY46" fmla="*/ 158750 h 1625600"/>
              <a:gd name="connsiteX47" fmla="*/ 380598 w 1999848"/>
              <a:gd name="connsiteY47" fmla="*/ 139700 h 1625600"/>
              <a:gd name="connsiteX48" fmla="*/ 418698 w 1999848"/>
              <a:gd name="connsiteY48" fmla="*/ 114300 h 1625600"/>
              <a:gd name="connsiteX49" fmla="*/ 437748 w 1999848"/>
              <a:gd name="connsiteY49" fmla="*/ 101600 h 1625600"/>
              <a:gd name="connsiteX50" fmla="*/ 456798 w 1999848"/>
              <a:gd name="connsiteY50" fmla="*/ 95250 h 1625600"/>
              <a:gd name="connsiteX51" fmla="*/ 532998 w 1999848"/>
              <a:gd name="connsiteY51" fmla="*/ 63500 h 1625600"/>
              <a:gd name="connsiteX52" fmla="*/ 577448 w 1999848"/>
              <a:gd name="connsiteY52" fmla="*/ 44450 h 1625600"/>
              <a:gd name="connsiteX53" fmla="*/ 602848 w 1999848"/>
              <a:gd name="connsiteY53" fmla="*/ 31750 h 1625600"/>
              <a:gd name="connsiteX54" fmla="*/ 666348 w 1999848"/>
              <a:gd name="connsiteY54" fmla="*/ 19050 h 1625600"/>
              <a:gd name="connsiteX55" fmla="*/ 710798 w 1999848"/>
              <a:gd name="connsiteY55" fmla="*/ 12700 h 1625600"/>
              <a:gd name="connsiteX56" fmla="*/ 742548 w 1999848"/>
              <a:gd name="connsiteY56" fmla="*/ 6350 h 1625600"/>
              <a:gd name="connsiteX57" fmla="*/ 812398 w 1999848"/>
              <a:gd name="connsiteY57" fmla="*/ 0 h 1625600"/>
              <a:gd name="connsiteX58" fmla="*/ 1155298 w 1999848"/>
              <a:gd name="connsiteY58" fmla="*/ 6350 h 1625600"/>
              <a:gd name="connsiteX59" fmla="*/ 1250548 w 1999848"/>
              <a:gd name="connsiteY59" fmla="*/ 19050 h 1625600"/>
              <a:gd name="connsiteX60" fmla="*/ 1301348 w 1999848"/>
              <a:gd name="connsiteY60" fmla="*/ 25400 h 1625600"/>
              <a:gd name="connsiteX61" fmla="*/ 1358498 w 1999848"/>
              <a:gd name="connsiteY61" fmla="*/ 44450 h 1625600"/>
              <a:gd name="connsiteX62" fmla="*/ 1402948 w 1999848"/>
              <a:gd name="connsiteY62" fmla="*/ 69850 h 1625600"/>
              <a:gd name="connsiteX63" fmla="*/ 1441048 w 1999848"/>
              <a:gd name="connsiteY63" fmla="*/ 107950 h 1625600"/>
              <a:gd name="connsiteX64" fmla="*/ 1447398 w 1999848"/>
              <a:gd name="connsiteY64" fmla="*/ 12065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999848" h="1625600">
                <a:moveTo>
                  <a:pt x="1974448" y="1625600"/>
                </a:moveTo>
                <a:cubicBezTo>
                  <a:pt x="1978681" y="1615017"/>
                  <a:pt x="1984149" y="1604847"/>
                  <a:pt x="1987148" y="1593850"/>
                </a:cubicBezTo>
                <a:cubicBezTo>
                  <a:pt x="1990536" y="1581428"/>
                  <a:pt x="1991195" y="1568418"/>
                  <a:pt x="1993498" y="1555750"/>
                </a:cubicBezTo>
                <a:cubicBezTo>
                  <a:pt x="1995429" y="1545131"/>
                  <a:pt x="1997731" y="1534583"/>
                  <a:pt x="1999848" y="1524000"/>
                </a:cubicBezTo>
                <a:cubicBezTo>
                  <a:pt x="1997731" y="1471083"/>
                  <a:pt x="1997142" y="1418083"/>
                  <a:pt x="1993498" y="1365250"/>
                </a:cubicBezTo>
                <a:cubicBezTo>
                  <a:pt x="1992607" y="1352336"/>
                  <a:pt x="1985596" y="1329719"/>
                  <a:pt x="1974448" y="1320800"/>
                </a:cubicBezTo>
                <a:cubicBezTo>
                  <a:pt x="1969221" y="1316619"/>
                  <a:pt x="1961385" y="1317443"/>
                  <a:pt x="1955398" y="1314450"/>
                </a:cubicBezTo>
                <a:cubicBezTo>
                  <a:pt x="1873193" y="1273347"/>
                  <a:pt x="1969804" y="1284238"/>
                  <a:pt x="1777598" y="1282700"/>
                </a:cubicBezTo>
                <a:lnTo>
                  <a:pt x="983848" y="1276350"/>
                </a:lnTo>
                <a:cubicBezTo>
                  <a:pt x="907317" y="1269972"/>
                  <a:pt x="893214" y="1270060"/>
                  <a:pt x="812398" y="1257300"/>
                </a:cubicBezTo>
                <a:cubicBezTo>
                  <a:pt x="803778" y="1255939"/>
                  <a:pt x="795649" y="1252103"/>
                  <a:pt x="786998" y="1250950"/>
                </a:cubicBezTo>
                <a:cubicBezTo>
                  <a:pt x="763824" y="1247860"/>
                  <a:pt x="740331" y="1247624"/>
                  <a:pt x="717148" y="1244600"/>
                </a:cubicBezTo>
                <a:cubicBezTo>
                  <a:pt x="691614" y="1241269"/>
                  <a:pt x="666307" y="1236375"/>
                  <a:pt x="640948" y="1231900"/>
                </a:cubicBezTo>
                <a:cubicBezTo>
                  <a:pt x="630319" y="1230024"/>
                  <a:pt x="619932" y="1226680"/>
                  <a:pt x="609198" y="1225550"/>
                </a:cubicBezTo>
                <a:cubicBezTo>
                  <a:pt x="579652" y="1222440"/>
                  <a:pt x="549931" y="1221317"/>
                  <a:pt x="520298" y="1219200"/>
                </a:cubicBezTo>
                <a:cubicBezTo>
                  <a:pt x="499131" y="1214967"/>
                  <a:pt x="478090" y="1210049"/>
                  <a:pt x="456798" y="1206500"/>
                </a:cubicBezTo>
                <a:cubicBezTo>
                  <a:pt x="444098" y="1204383"/>
                  <a:pt x="431189" y="1203273"/>
                  <a:pt x="418698" y="1200150"/>
                </a:cubicBezTo>
                <a:cubicBezTo>
                  <a:pt x="405711" y="1196903"/>
                  <a:pt x="393298" y="1191683"/>
                  <a:pt x="380598" y="1187450"/>
                </a:cubicBezTo>
                <a:lnTo>
                  <a:pt x="342498" y="1174750"/>
                </a:lnTo>
                <a:lnTo>
                  <a:pt x="323448" y="1168400"/>
                </a:lnTo>
                <a:cubicBezTo>
                  <a:pt x="310748" y="1164167"/>
                  <a:pt x="297322" y="1161687"/>
                  <a:pt x="285348" y="1155700"/>
                </a:cubicBezTo>
                <a:cubicBezTo>
                  <a:pt x="272648" y="1149350"/>
                  <a:pt x="260223" y="1142417"/>
                  <a:pt x="247248" y="1136650"/>
                </a:cubicBezTo>
                <a:cubicBezTo>
                  <a:pt x="241131" y="1133932"/>
                  <a:pt x="234185" y="1133293"/>
                  <a:pt x="228198" y="1130300"/>
                </a:cubicBezTo>
                <a:cubicBezTo>
                  <a:pt x="217159" y="1124780"/>
                  <a:pt x="207237" y="1117244"/>
                  <a:pt x="196448" y="1111250"/>
                </a:cubicBezTo>
                <a:cubicBezTo>
                  <a:pt x="188173" y="1106653"/>
                  <a:pt x="179165" y="1103420"/>
                  <a:pt x="171048" y="1098550"/>
                </a:cubicBezTo>
                <a:cubicBezTo>
                  <a:pt x="126845" y="1072028"/>
                  <a:pt x="133338" y="1073540"/>
                  <a:pt x="94848" y="1035050"/>
                </a:cubicBezTo>
                <a:lnTo>
                  <a:pt x="69448" y="1009650"/>
                </a:lnTo>
                <a:lnTo>
                  <a:pt x="50398" y="990600"/>
                </a:lnTo>
                <a:cubicBezTo>
                  <a:pt x="48281" y="984250"/>
                  <a:pt x="46818" y="977644"/>
                  <a:pt x="44048" y="971550"/>
                </a:cubicBezTo>
                <a:cubicBezTo>
                  <a:pt x="36214" y="954315"/>
                  <a:pt x="18648" y="920750"/>
                  <a:pt x="18648" y="920750"/>
                </a:cubicBezTo>
                <a:cubicBezTo>
                  <a:pt x="15488" y="901792"/>
                  <a:pt x="5948" y="847744"/>
                  <a:pt x="5948" y="831850"/>
                </a:cubicBezTo>
                <a:cubicBezTo>
                  <a:pt x="5948" y="625931"/>
                  <a:pt x="0" y="725266"/>
                  <a:pt x="18648" y="641350"/>
                </a:cubicBezTo>
                <a:cubicBezTo>
                  <a:pt x="19875" y="635827"/>
                  <a:pt x="27907" y="591943"/>
                  <a:pt x="31348" y="584200"/>
                </a:cubicBezTo>
                <a:cubicBezTo>
                  <a:pt x="55282" y="530348"/>
                  <a:pt x="46720" y="575295"/>
                  <a:pt x="63098" y="520700"/>
                </a:cubicBezTo>
                <a:cubicBezTo>
                  <a:pt x="66199" y="510362"/>
                  <a:pt x="66035" y="499189"/>
                  <a:pt x="69448" y="488950"/>
                </a:cubicBezTo>
                <a:cubicBezTo>
                  <a:pt x="77717" y="464144"/>
                  <a:pt x="86714" y="459875"/>
                  <a:pt x="101198" y="438150"/>
                </a:cubicBezTo>
                <a:cubicBezTo>
                  <a:pt x="150188" y="364665"/>
                  <a:pt x="91838" y="444280"/>
                  <a:pt x="139298" y="381000"/>
                </a:cubicBezTo>
                <a:cubicBezTo>
                  <a:pt x="151660" y="343914"/>
                  <a:pt x="135975" y="377973"/>
                  <a:pt x="164698" y="349250"/>
                </a:cubicBezTo>
                <a:cubicBezTo>
                  <a:pt x="218228" y="295720"/>
                  <a:pt x="142431" y="362796"/>
                  <a:pt x="183748" y="311150"/>
                </a:cubicBezTo>
                <a:cubicBezTo>
                  <a:pt x="188516" y="305191"/>
                  <a:pt x="197402" y="303846"/>
                  <a:pt x="202798" y="298450"/>
                </a:cubicBezTo>
                <a:cubicBezTo>
                  <a:pt x="250056" y="251192"/>
                  <a:pt x="196003" y="290280"/>
                  <a:pt x="240898" y="260350"/>
                </a:cubicBezTo>
                <a:cubicBezTo>
                  <a:pt x="245131" y="254000"/>
                  <a:pt x="248202" y="246696"/>
                  <a:pt x="253598" y="241300"/>
                </a:cubicBezTo>
                <a:cubicBezTo>
                  <a:pt x="261082" y="233816"/>
                  <a:pt x="270963" y="229138"/>
                  <a:pt x="278998" y="222250"/>
                </a:cubicBezTo>
                <a:cubicBezTo>
                  <a:pt x="285816" y="216406"/>
                  <a:pt x="291149" y="208949"/>
                  <a:pt x="298048" y="203200"/>
                </a:cubicBezTo>
                <a:cubicBezTo>
                  <a:pt x="303911" y="198314"/>
                  <a:pt x="311235" y="195386"/>
                  <a:pt x="317098" y="190500"/>
                </a:cubicBezTo>
                <a:cubicBezTo>
                  <a:pt x="323997" y="184751"/>
                  <a:pt x="328840" y="176670"/>
                  <a:pt x="336148" y="171450"/>
                </a:cubicBezTo>
                <a:cubicBezTo>
                  <a:pt x="343851" y="165948"/>
                  <a:pt x="353845" y="164252"/>
                  <a:pt x="361548" y="158750"/>
                </a:cubicBezTo>
                <a:cubicBezTo>
                  <a:pt x="368856" y="153530"/>
                  <a:pt x="373509" y="145213"/>
                  <a:pt x="380598" y="139700"/>
                </a:cubicBezTo>
                <a:cubicBezTo>
                  <a:pt x="392646" y="130329"/>
                  <a:pt x="405998" y="122767"/>
                  <a:pt x="418698" y="114300"/>
                </a:cubicBezTo>
                <a:cubicBezTo>
                  <a:pt x="425048" y="110067"/>
                  <a:pt x="430508" y="104013"/>
                  <a:pt x="437748" y="101600"/>
                </a:cubicBezTo>
                <a:cubicBezTo>
                  <a:pt x="444098" y="99483"/>
                  <a:pt x="450704" y="98020"/>
                  <a:pt x="456798" y="95250"/>
                </a:cubicBezTo>
                <a:cubicBezTo>
                  <a:pt x="528427" y="62691"/>
                  <a:pt x="483228" y="75943"/>
                  <a:pt x="532998" y="63500"/>
                </a:cubicBezTo>
                <a:cubicBezTo>
                  <a:pt x="571604" y="37763"/>
                  <a:pt x="530585" y="62024"/>
                  <a:pt x="577448" y="44450"/>
                </a:cubicBezTo>
                <a:cubicBezTo>
                  <a:pt x="586311" y="41126"/>
                  <a:pt x="593985" y="35074"/>
                  <a:pt x="602848" y="31750"/>
                </a:cubicBezTo>
                <a:cubicBezTo>
                  <a:pt x="617487" y="26260"/>
                  <a:pt x="653943" y="20959"/>
                  <a:pt x="666348" y="19050"/>
                </a:cubicBezTo>
                <a:cubicBezTo>
                  <a:pt x="681141" y="16774"/>
                  <a:pt x="696035" y="15161"/>
                  <a:pt x="710798" y="12700"/>
                </a:cubicBezTo>
                <a:cubicBezTo>
                  <a:pt x="721444" y="10926"/>
                  <a:pt x="731838" y="7689"/>
                  <a:pt x="742548" y="6350"/>
                </a:cubicBezTo>
                <a:cubicBezTo>
                  <a:pt x="765747" y="3450"/>
                  <a:pt x="789115" y="2117"/>
                  <a:pt x="812398" y="0"/>
                </a:cubicBezTo>
                <a:lnTo>
                  <a:pt x="1155298" y="6350"/>
                </a:lnTo>
                <a:cubicBezTo>
                  <a:pt x="1193468" y="7562"/>
                  <a:pt x="1214887" y="13956"/>
                  <a:pt x="1250548" y="19050"/>
                </a:cubicBezTo>
                <a:cubicBezTo>
                  <a:pt x="1267442" y="21463"/>
                  <a:pt x="1284515" y="22595"/>
                  <a:pt x="1301348" y="25400"/>
                </a:cubicBezTo>
                <a:cubicBezTo>
                  <a:pt x="1321987" y="28840"/>
                  <a:pt x="1339307" y="35921"/>
                  <a:pt x="1358498" y="44450"/>
                </a:cubicBezTo>
                <a:cubicBezTo>
                  <a:pt x="1369997" y="49561"/>
                  <a:pt x="1392733" y="60770"/>
                  <a:pt x="1402948" y="69850"/>
                </a:cubicBezTo>
                <a:cubicBezTo>
                  <a:pt x="1416372" y="81782"/>
                  <a:pt x="1433016" y="91886"/>
                  <a:pt x="1441048" y="107950"/>
                </a:cubicBezTo>
                <a:lnTo>
                  <a:pt x="1447398" y="12065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자유형 4"/>
          <p:cNvSpPr/>
          <p:nvPr/>
        </p:nvSpPr>
        <p:spPr>
          <a:xfrm>
            <a:off x="1054100" y="5562600"/>
            <a:ext cx="2749550" cy="920750"/>
          </a:xfrm>
          <a:custGeom>
            <a:avLst/>
            <a:gdLst>
              <a:gd name="connsiteX0" fmla="*/ 2749550 w 2749550"/>
              <a:gd name="connsiteY0" fmla="*/ 920750 h 920750"/>
              <a:gd name="connsiteX1" fmla="*/ 2730500 w 2749550"/>
              <a:gd name="connsiteY1" fmla="*/ 908050 h 920750"/>
              <a:gd name="connsiteX2" fmla="*/ 2724150 w 2749550"/>
              <a:gd name="connsiteY2" fmla="*/ 876300 h 920750"/>
              <a:gd name="connsiteX3" fmla="*/ 2711450 w 2749550"/>
              <a:gd name="connsiteY3" fmla="*/ 857250 h 920750"/>
              <a:gd name="connsiteX4" fmla="*/ 2705100 w 2749550"/>
              <a:gd name="connsiteY4" fmla="*/ 812800 h 920750"/>
              <a:gd name="connsiteX5" fmla="*/ 2686050 w 2749550"/>
              <a:gd name="connsiteY5" fmla="*/ 781050 h 920750"/>
              <a:gd name="connsiteX6" fmla="*/ 2673350 w 2749550"/>
              <a:gd name="connsiteY6" fmla="*/ 755650 h 920750"/>
              <a:gd name="connsiteX7" fmla="*/ 2667000 w 2749550"/>
              <a:gd name="connsiteY7" fmla="*/ 736600 h 920750"/>
              <a:gd name="connsiteX8" fmla="*/ 2647950 w 2749550"/>
              <a:gd name="connsiteY8" fmla="*/ 711200 h 920750"/>
              <a:gd name="connsiteX9" fmla="*/ 2628900 w 2749550"/>
              <a:gd name="connsiteY9" fmla="*/ 679450 h 920750"/>
              <a:gd name="connsiteX10" fmla="*/ 2603500 w 2749550"/>
              <a:gd name="connsiteY10" fmla="*/ 660400 h 920750"/>
              <a:gd name="connsiteX11" fmla="*/ 2552700 w 2749550"/>
              <a:gd name="connsiteY11" fmla="*/ 609600 h 920750"/>
              <a:gd name="connsiteX12" fmla="*/ 2533650 w 2749550"/>
              <a:gd name="connsiteY12" fmla="*/ 590550 h 920750"/>
              <a:gd name="connsiteX13" fmla="*/ 2508250 w 2749550"/>
              <a:gd name="connsiteY13" fmla="*/ 571500 h 920750"/>
              <a:gd name="connsiteX14" fmla="*/ 2495550 w 2749550"/>
              <a:gd name="connsiteY14" fmla="*/ 552450 h 920750"/>
              <a:gd name="connsiteX15" fmla="*/ 2451100 w 2749550"/>
              <a:gd name="connsiteY15" fmla="*/ 520700 h 920750"/>
              <a:gd name="connsiteX16" fmla="*/ 2393950 w 2749550"/>
              <a:gd name="connsiteY16" fmla="*/ 476250 h 920750"/>
              <a:gd name="connsiteX17" fmla="*/ 2368550 w 2749550"/>
              <a:gd name="connsiteY17" fmla="*/ 463550 h 920750"/>
              <a:gd name="connsiteX18" fmla="*/ 2343150 w 2749550"/>
              <a:gd name="connsiteY18" fmla="*/ 438150 h 920750"/>
              <a:gd name="connsiteX19" fmla="*/ 2292350 w 2749550"/>
              <a:gd name="connsiteY19" fmla="*/ 406400 h 920750"/>
              <a:gd name="connsiteX20" fmla="*/ 2247900 w 2749550"/>
              <a:gd name="connsiteY20" fmla="*/ 361950 h 920750"/>
              <a:gd name="connsiteX21" fmla="*/ 2228850 w 2749550"/>
              <a:gd name="connsiteY21" fmla="*/ 355600 h 920750"/>
              <a:gd name="connsiteX22" fmla="*/ 2184400 w 2749550"/>
              <a:gd name="connsiteY22" fmla="*/ 317500 h 920750"/>
              <a:gd name="connsiteX23" fmla="*/ 2159000 w 2749550"/>
              <a:gd name="connsiteY23" fmla="*/ 304800 h 920750"/>
              <a:gd name="connsiteX24" fmla="*/ 2139950 w 2749550"/>
              <a:gd name="connsiteY24" fmla="*/ 285750 h 920750"/>
              <a:gd name="connsiteX25" fmla="*/ 2095500 w 2749550"/>
              <a:gd name="connsiteY25" fmla="*/ 260350 h 920750"/>
              <a:gd name="connsiteX26" fmla="*/ 2076450 w 2749550"/>
              <a:gd name="connsiteY26" fmla="*/ 247650 h 920750"/>
              <a:gd name="connsiteX27" fmla="*/ 2057400 w 2749550"/>
              <a:gd name="connsiteY27" fmla="*/ 241300 h 920750"/>
              <a:gd name="connsiteX28" fmla="*/ 2012950 w 2749550"/>
              <a:gd name="connsiteY28" fmla="*/ 209550 h 920750"/>
              <a:gd name="connsiteX29" fmla="*/ 1962150 w 2749550"/>
              <a:gd name="connsiteY29" fmla="*/ 184150 h 920750"/>
              <a:gd name="connsiteX30" fmla="*/ 1943100 w 2749550"/>
              <a:gd name="connsiteY30" fmla="*/ 171450 h 920750"/>
              <a:gd name="connsiteX31" fmla="*/ 1924050 w 2749550"/>
              <a:gd name="connsiteY31" fmla="*/ 165100 h 920750"/>
              <a:gd name="connsiteX32" fmla="*/ 1898650 w 2749550"/>
              <a:gd name="connsiteY32" fmla="*/ 152400 h 920750"/>
              <a:gd name="connsiteX33" fmla="*/ 1873250 w 2749550"/>
              <a:gd name="connsiteY33" fmla="*/ 146050 h 920750"/>
              <a:gd name="connsiteX34" fmla="*/ 1847850 w 2749550"/>
              <a:gd name="connsiteY34" fmla="*/ 133350 h 920750"/>
              <a:gd name="connsiteX35" fmla="*/ 1797050 w 2749550"/>
              <a:gd name="connsiteY35" fmla="*/ 120650 h 920750"/>
              <a:gd name="connsiteX36" fmla="*/ 1778000 w 2749550"/>
              <a:gd name="connsiteY36" fmla="*/ 114300 h 920750"/>
              <a:gd name="connsiteX37" fmla="*/ 1739900 w 2749550"/>
              <a:gd name="connsiteY37" fmla="*/ 107950 h 920750"/>
              <a:gd name="connsiteX38" fmla="*/ 1720850 w 2749550"/>
              <a:gd name="connsiteY38" fmla="*/ 101600 h 920750"/>
              <a:gd name="connsiteX39" fmla="*/ 1682750 w 2749550"/>
              <a:gd name="connsiteY39" fmla="*/ 95250 h 920750"/>
              <a:gd name="connsiteX40" fmla="*/ 1619250 w 2749550"/>
              <a:gd name="connsiteY40" fmla="*/ 82550 h 920750"/>
              <a:gd name="connsiteX41" fmla="*/ 1600200 w 2749550"/>
              <a:gd name="connsiteY41" fmla="*/ 76200 h 920750"/>
              <a:gd name="connsiteX42" fmla="*/ 1543050 w 2749550"/>
              <a:gd name="connsiteY42" fmla="*/ 69850 h 920750"/>
              <a:gd name="connsiteX43" fmla="*/ 1524000 w 2749550"/>
              <a:gd name="connsiteY43" fmla="*/ 63500 h 920750"/>
              <a:gd name="connsiteX44" fmla="*/ 1454150 w 2749550"/>
              <a:gd name="connsiteY44" fmla="*/ 50800 h 920750"/>
              <a:gd name="connsiteX45" fmla="*/ 1422400 w 2749550"/>
              <a:gd name="connsiteY45" fmla="*/ 44450 h 920750"/>
              <a:gd name="connsiteX46" fmla="*/ 1403350 w 2749550"/>
              <a:gd name="connsiteY46" fmla="*/ 38100 h 920750"/>
              <a:gd name="connsiteX47" fmla="*/ 1346200 w 2749550"/>
              <a:gd name="connsiteY47" fmla="*/ 31750 h 920750"/>
              <a:gd name="connsiteX48" fmla="*/ 1257300 w 2749550"/>
              <a:gd name="connsiteY48" fmla="*/ 19050 h 920750"/>
              <a:gd name="connsiteX49" fmla="*/ 1238250 w 2749550"/>
              <a:gd name="connsiteY49" fmla="*/ 12700 h 920750"/>
              <a:gd name="connsiteX50" fmla="*/ 1155700 w 2749550"/>
              <a:gd name="connsiteY50" fmla="*/ 6350 h 920750"/>
              <a:gd name="connsiteX51" fmla="*/ 1111250 w 2749550"/>
              <a:gd name="connsiteY51" fmla="*/ 0 h 920750"/>
              <a:gd name="connsiteX52" fmla="*/ 819150 w 2749550"/>
              <a:gd name="connsiteY52" fmla="*/ 6350 h 920750"/>
              <a:gd name="connsiteX53" fmla="*/ 768350 w 2749550"/>
              <a:gd name="connsiteY53" fmla="*/ 12700 h 920750"/>
              <a:gd name="connsiteX54" fmla="*/ 717550 w 2749550"/>
              <a:gd name="connsiteY54" fmla="*/ 31750 h 920750"/>
              <a:gd name="connsiteX55" fmla="*/ 692150 w 2749550"/>
              <a:gd name="connsiteY55" fmla="*/ 38100 h 920750"/>
              <a:gd name="connsiteX56" fmla="*/ 673100 w 2749550"/>
              <a:gd name="connsiteY56" fmla="*/ 44450 h 920750"/>
              <a:gd name="connsiteX57" fmla="*/ 641350 w 2749550"/>
              <a:gd name="connsiteY57" fmla="*/ 50800 h 920750"/>
              <a:gd name="connsiteX58" fmla="*/ 615950 w 2749550"/>
              <a:gd name="connsiteY58" fmla="*/ 57150 h 920750"/>
              <a:gd name="connsiteX59" fmla="*/ 596900 w 2749550"/>
              <a:gd name="connsiteY59" fmla="*/ 69850 h 920750"/>
              <a:gd name="connsiteX60" fmla="*/ 552450 w 2749550"/>
              <a:gd name="connsiteY60" fmla="*/ 82550 h 920750"/>
              <a:gd name="connsiteX61" fmla="*/ 508000 w 2749550"/>
              <a:gd name="connsiteY61" fmla="*/ 107950 h 920750"/>
              <a:gd name="connsiteX62" fmla="*/ 476250 w 2749550"/>
              <a:gd name="connsiteY62" fmla="*/ 120650 h 920750"/>
              <a:gd name="connsiteX63" fmla="*/ 457200 w 2749550"/>
              <a:gd name="connsiteY63" fmla="*/ 127000 h 920750"/>
              <a:gd name="connsiteX64" fmla="*/ 438150 w 2749550"/>
              <a:gd name="connsiteY64" fmla="*/ 139700 h 920750"/>
              <a:gd name="connsiteX65" fmla="*/ 419100 w 2749550"/>
              <a:gd name="connsiteY65" fmla="*/ 146050 h 920750"/>
              <a:gd name="connsiteX66" fmla="*/ 381000 w 2749550"/>
              <a:gd name="connsiteY66" fmla="*/ 171450 h 920750"/>
              <a:gd name="connsiteX67" fmla="*/ 342900 w 2749550"/>
              <a:gd name="connsiteY67" fmla="*/ 190500 h 920750"/>
              <a:gd name="connsiteX68" fmla="*/ 311150 w 2749550"/>
              <a:gd name="connsiteY68" fmla="*/ 203200 h 920750"/>
              <a:gd name="connsiteX69" fmla="*/ 292100 w 2749550"/>
              <a:gd name="connsiteY69" fmla="*/ 215900 h 920750"/>
              <a:gd name="connsiteX70" fmla="*/ 266700 w 2749550"/>
              <a:gd name="connsiteY70" fmla="*/ 228600 h 920750"/>
              <a:gd name="connsiteX71" fmla="*/ 228600 w 2749550"/>
              <a:gd name="connsiteY71" fmla="*/ 254000 h 920750"/>
              <a:gd name="connsiteX72" fmla="*/ 209550 w 2749550"/>
              <a:gd name="connsiteY72" fmla="*/ 260350 h 920750"/>
              <a:gd name="connsiteX73" fmla="*/ 171450 w 2749550"/>
              <a:gd name="connsiteY73" fmla="*/ 285750 h 920750"/>
              <a:gd name="connsiteX74" fmla="*/ 107950 w 2749550"/>
              <a:gd name="connsiteY74" fmla="*/ 323850 h 920750"/>
              <a:gd name="connsiteX75" fmla="*/ 88900 w 2749550"/>
              <a:gd name="connsiteY75" fmla="*/ 336550 h 920750"/>
              <a:gd name="connsiteX76" fmla="*/ 69850 w 2749550"/>
              <a:gd name="connsiteY76" fmla="*/ 355600 h 920750"/>
              <a:gd name="connsiteX77" fmla="*/ 50800 w 2749550"/>
              <a:gd name="connsiteY77" fmla="*/ 361950 h 920750"/>
              <a:gd name="connsiteX78" fmla="*/ 25400 w 2749550"/>
              <a:gd name="connsiteY78" fmla="*/ 381000 h 920750"/>
              <a:gd name="connsiteX79" fmla="*/ 6350 w 2749550"/>
              <a:gd name="connsiteY79" fmla="*/ 400050 h 920750"/>
              <a:gd name="connsiteX80" fmla="*/ 0 w 2749550"/>
              <a:gd name="connsiteY80" fmla="*/ 400050 h 92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2749550" h="920750">
                <a:moveTo>
                  <a:pt x="2749550" y="920750"/>
                </a:moveTo>
                <a:cubicBezTo>
                  <a:pt x="2743200" y="916517"/>
                  <a:pt x="2734286" y="914676"/>
                  <a:pt x="2730500" y="908050"/>
                </a:cubicBezTo>
                <a:cubicBezTo>
                  <a:pt x="2725145" y="898679"/>
                  <a:pt x="2727940" y="886406"/>
                  <a:pt x="2724150" y="876300"/>
                </a:cubicBezTo>
                <a:cubicBezTo>
                  <a:pt x="2721470" y="869154"/>
                  <a:pt x="2715683" y="863600"/>
                  <a:pt x="2711450" y="857250"/>
                </a:cubicBezTo>
                <a:cubicBezTo>
                  <a:pt x="2709333" y="842433"/>
                  <a:pt x="2709833" y="826999"/>
                  <a:pt x="2705100" y="812800"/>
                </a:cubicBezTo>
                <a:cubicBezTo>
                  <a:pt x="2701197" y="801091"/>
                  <a:pt x="2692044" y="791839"/>
                  <a:pt x="2686050" y="781050"/>
                </a:cubicBezTo>
                <a:cubicBezTo>
                  <a:pt x="2681453" y="772775"/>
                  <a:pt x="2677079" y="764351"/>
                  <a:pt x="2673350" y="755650"/>
                </a:cubicBezTo>
                <a:cubicBezTo>
                  <a:pt x="2670713" y="749498"/>
                  <a:pt x="2670321" y="742412"/>
                  <a:pt x="2667000" y="736600"/>
                </a:cubicBezTo>
                <a:cubicBezTo>
                  <a:pt x="2661749" y="727411"/>
                  <a:pt x="2653821" y="720006"/>
                  <a:pt x="2647950" y="711200"/>
                </a:cubicBezTo>
                <a:cubicBezTo>
                  <a:pt x="2641104" y="700931"/>
                  <a:pt x="2637027" y="688738"/>
                  <a:pt x="2628900" y="679450"/>
                </a:cubicBezTo>
                <a:cubicBezTo>
                  <a:pt x="2621931" y="671485"/>
                  <a:pt x="2611302" y="667551"/>
                  <a:pt x="2603500" y="660400"/>
                </a:cubicBezTo>
                <a:cubicBezTo>
                  <a:pt x="2585847" y="644218"/>
                  <a:pt x="2569633" y="626533"/>
                  <a:pt x="2552700" y="609600"/>
                </a:cubicBezTo>
                <a:cubicBezTo>
                  <a:pt x="2546350" y="603250"/>
                  <a:pt x="2540834" y="595938"/>
                  <a:pt x="2533650" y="590550"/>
                </a:cubicBezTo>
                <a:cubicBezTo>
                  <a:pt x="2525183" y="584200"/>
                  <a:pt x="2515734" y="578984"/>
                  <a:pt x="2508250" y="571500"/>
                </a:cubicBezTo>
                <a:cubicBezTo>
                  <a:pt x="2502854" y="566104"/>
                  <a:pt x="2500946" y="557846"/>
                  <a:pt x="2495550" y="552450"/>
                </a:cubicBezTo>
                <a:cubicBezTo>
                  <a:pt x="2482674" y="539574"/>
                  <a:pt x="2465522" y="531517"/>
                  <a:pt x="2451100" y="520700"/>
                </a:cubicBezTo>
                <a:cubicBezTo>
                  <a:pt x="2431793" y="506220"/>
                  <a:pt x="2415536" y="487043"/>
                  <a:pt x="2393950" y="476250"/>
                </a:cubicBezTo>
                <a:cubicBezTo>
                  <a:pt x="2385483" y="472017"/>
                  <a:pt x="2376123" y="469230"/>
                  <a:pt x="2368550" y="463550"/>
                </a:cubicBezTo>
                <a:cubicBezTo>
                  <a:pt x="2358971" y="456366"/>
                  <a:pt x="2352161" y="446035"/>
                  <a:pt x="2343150" y="438150"/>
                </a:cubicBezTo>
                <a:cubicBezTo>
                  <a:pt x="2321168" y="418916"/>
                  <a:pt x="2317385" y="418918"/>
                  <a:pt x="2292350" y="406400"/>
                </a:cubicBezTo>
                <a:cubicBezTo>
                  <a:pt x="2274888" y="383117"/>
                  <a:pt x="2273829" y="376767"/>
                  <a:pt x="2247900" y="361950"/>
                </a:cubicBezTo>
                <a:cubicBezTo>
                  <a:pt x="2242088" y="358629"/>
                  <a:pt x="2235200" y="357717"/>
                  <a:pt x="2228850" y="355600"/>
                </a:cubicBezTo>
                <a:cubicBezTo>
                  <a:pt x="2208169" y="334919"/>
                  <a:pt x="2206965" y="330395"/>
                  <a:pt x="2184400" y="317500"/>
                </a:cubicBezTo>
                <a:cubicBezTo>
                  <a:pt x="2176181" y="312804"/>
                  <a:pt x="2166703" y="310302"/>
                  <a:pt x="2159000" y="304800"/>
                </a:cubicBezTo>
                <a:cubicBezTo>
                  <a:pt x="2151692" y="299580"/>
                  <a:pt x="2146849" y="291499"/>
                  <a:pt x="2139950" y="285750"/>
                </a:cubicBezTo>
                <a:cubicBezTo>
                  <a:pt x="2123073" y="271686"/>
                  <a:pt x="2115262" y="271642"/>
                  <a:pt x="2095500" y="260350"/>
                </a:cubicBezTo>
                <a:cubicBezTo>
                  <a:pt x="2088874" y="256564"/>
                  <a:pt x="2083276" y="251063"/>
                  <a:pt x="2076450" y="247650"/>
                </a:cubicBezTo>
                <a:cubicBezTo>
                  <a:pt x="2070463" y="244657"/>
                  <a:pt x="2063387" y="244293"/>
                  <a:pt x="2057400" y="241300"/>
                </a:cubicBezTo>
                <a:cubicBezTo>
                  <a:pt x="2047423" y="236312"/>
                  <a:pt x="2019661" y="214344"/>
                  <a:pt x="2012950" y="209550"/>
                </a:cubicBezTo>
                <a:cubicBezTo>
                  <a:pt x="1978622" y="185030"/>
                  <a:pt x="2009639" y="207894"/>
                  <a:pt x="1962150" y="184150"/>
                </a:cubicBezTo>
                <a:cubicBezTo>
                  <a:pt x="1955324" y="180737"/>
                  <a:pt x="1949926" y="174863"/>
                  <a:pt x="1943100" y="171450"/>
                </a:cubicBezTo>
                <a:cubicBezTo>
                  <a:pt x="1937113" y="168457"/>
                  <a:pt x="1930202" y="167737"/>
                  <a:pt x="1924050" y="165100"/>
                </a:cubicBezTo>
                <a:cubicBezTo>
                  <a:pt x="1915349" y="161371"/>
                  <a:pt x="1907513" y="155724"/>
                  <a:pt x="1898650" y="152400"/>
                </a:cubicBezTo>
                <a:cubicBezTo>
                  <a:pt x="1890478" y="149336"/>
                  <a:pt x="1881422" y="149114"/>
                  <a:pt x="1873250" y="146050"/>
                </a:cubicBezTo>
                <a:cubicBezTo>
                  <a:pt x="1864387" y="142726"/>
                  <a:pt x="1856830" y="136343"/>
                  <a:pt x="1847850" y="133350"/>
                </a:cubicBezTo>
                <a:cubicBezTo>
                  <a:pt x="1831291" y="127830"/>
                  <a:pt x="1813609" y="126170"/>
                  <a:pt x="1797050" y="120650"/>
                </a:cubicBezTo>
                <a:cubicBezTo>
                  <a:pt x="1790700" y="118533"/>
                  <a:pt x="1784534" y="115752"/>
                  <a:pt x="1778000" y="114300"/>
                </a:cubicBezTo>
                <a:cubicBezTo>
                  <a:pt x="1765431" y="111507"/>
                  <a:pt x="1752469" y="110743"/>
                  <a:pt x="1739900" y="107950"/>
                </a:cubicBezTo>
                <a:cubicBezTo>
                  <a:pt x="1733366" y="106498"/>
                  <a:pt x="1727384" y="103052"/>
                  <a:pt x="1720850" y="101600"/>
                </a:cubicBezTo>
                <a:cubicBezTo>
                  <a:pt x="1708281" y="98807"/>
                  <a:pt x="1695405" y="97623"/>
                  <a:pt x="1682750" y="95250"/>
                </a:cubicBezTo>
                <a:cubicBezTo>
                  <a:pt x="1661534" y="91272"/>
                  <a:pt x="1639728" y="89376"/>
                  <a:pt x="1619250" y="82550"/>
                </a:cubicBezTo>
                <a:cubicBezTo>
                  <a:pt x="1612900" y="80433"/>
                  <a:pt x="1606802" y="77300"/>
                  <a:pt x="1600200" y="76200"/>
                </a:cubicBezTo>
                <a:cubicBezTo>
                  <a:pt x="1581294" y="73049"/>
                  <a:pt x="1562100" y="71967"/>
                  <a:pt x="1543050" y="69850"/>
                </a:cubicBezTo>
                <a:cubicBezTo>
                  <a:pt x="1536700" y="67733"/>
                  <a:pt x="1530494" y="65123"/>
                  <a:pt x="1524000" y="63500"/>
                </a:cubicBezTo>
                <a:cubicBezTo>
                  <a:pt x="1503086" y="58272"/>
                  <a:pt x="1474909" y="54574"/>
                  <a:pt x="1454150" y="50800"/>
                </a:cubicBezTo>
                <a:cubicBezTo>
                  <a:pt x="1443531" y="48869"/>
                  <a:pt x="1432871" y="47068"/>
                  <a:pt x="1422400" y="44450"/>
                </a:cubicBezTo>
                <a:cubicBezTo>
                  <a:pt x="1415906" y="42827"/>
                  <a:pt x="1409952" y="39200"/>
                  <a:pt x="1403350" y="38100"/>
                </a:cubicBezTo>
                <a:cubicBezTo>
                  <a:pt x="1384444" y="34949"/>
                  <a:pt x="1365250" y="33867"/>
                  <a:pt x="1346200" y="31750"/>
                </a:cubicBezTo>
                <a:cubicBezTo>
                  <a:pt x="1283579" y="16095"/>
                  <a:pt x="1369907" y="36374"/>
                  <a:pt x="1257300" y="19050"/>
                </a:cubicBezTo>
                <a:cubicBezTo>
                  <a:pt x="1250684" y="18032"/>
                  <a:pt x="1244892" y="13530"/>
                  <a:pt x="1238250" y="12700"/>
                </a:cubicBezTo>
                <a:cubicBezTo>
                  <a:pt x="1210865" y="9277"/>
                  <a:pt x="1183161" y="9096"/>
                  <a:pt x="1155700" y="6350"/>
                </a:cubicBezTo>
                <a:cubicBezTo>
                  <a:pt x="1140807" y="4861"/>
                  <a:pt x="1126067" y="2117"/>
                  <a:pt x="1111250" y="0"/>
                </a:cubicBezTo>
                <a:lnTo>
                  <a:pt x="819150" y="6350"/>
                </a:lnTo>
                <a:cubicBezTo>
                  <a:pt x="802097" y="6982"/>
                  <a:pt x="785140" y="9647"/>
                  <a:pt x="768350" y="12700"/>
                </a:cubicBezTo>
                <a:cubicBezTo>
                  <a:pt x="758541" y="14483"/>
                  <a:pt x="721363" y="30479"/>
                  <a:pt x="717550" y="31750"/>
                </a:cubicBezTo>
                <a:cubicBezTo>
                  <a:pt x="709271" y="34510"/>
                  <a:pt x="700541" y="35702"/>
                  <a:pt x="692150" y="38100"/>
                </a:cubicBezTo>
                <a:cubicBezTo>
                  <a:pt x="685714" y="39939"/>
                  <a:pt x="679594" y="42827"/>
                  <a:pt x="673100" y="44450"/>
                </a:cubicBezTo>
                <a:cubicBezTo>
                  <a:pt x="662629" y="47068"/>
                  <a:pt x="651886" y="48459"/>
                  <a:pt x="641350" y="50800"/>
                </a:cubicBezTo>
                <a:cubicBezTo>
                  <a:pt x="632831" y="52693"/>
                  <a:pt x="624417" y="55033"/>
                  <a:pt x="615950" y="57150"/>
                </a:cubicBezTo>
                <a:cubicBezTo>
                  <a:pt x="609600" y="61383"/>
                  <a:pt x="603726" y="66437"/>
                  <a:pt x="596900" y="69850"/>
                </a:cubicBezTo>
                <a:cubicBezTo>
                  <a:pt x="587790" y="74405"/>
                  <a:pt x="560588" y="80515"/>
                  <a:pt x="552450" y="82550"/>
                </a:cubicBezTo>
                <a:cubicBezTo>
                  <a:pt x="532019" y="96171"/>
                  <a:pt x="532170" y="97208"/>
                  <a:pt x="508000" y="107950"/>
                </a:cubicBezTo>
                <a:cubicBezTo>
                  <a:pt x="497584" y="112579"/>
                  <a:pt x="486923" y="116648"/>
                  <a:pt x="476250" y="120650"/>
                </a:cubicBezTo>
                <a:cubicBezTo>
                  <a:pt x="469983" y="123000"/>
                  <a:pt x="463187" y="124007"/>
                  <a:pt x="457200" y="127000"/>
                </a:cubicBezTo>
                <a:cubicBezTo>
                  <a:pt x="450374" y="130413"/>
                  <a:pt x="444976" y="136287"/>
                  <a:pt x="438150" y="139700"/>
                </a:cubicBezTo>
                <a:cubicBezTo>
                  <a:pt x="432163" y="142693"/>
                  <a:pt x="424951" y="142799"/>
                  <a:pt x="419100" y="146050"/>
                </a:cubicBezTo>
                <a:cubicBezTo>
                  <a:pt x="405757" y="153463"/>
                  <a:pt x="395480" y="166623"/>
                  <a:pt x="381000" y="171450"/>
                </a:cubicBezTo>
                <a:cubicBezTo>
                  <a:pt x="333117" y="187411"/>
                  <a:pt x="392139" y="165881"/>
                  <a:pt x="342900" y="190500"/>
                </a:cubicBezTo>
                <a:cubicBezTo>
                  <a:pt x="332705" y="195598"/>
                  <a:pt x="321345" y="198102"/>
                  <a:pt x="311150" y="203200"/>
                </a:cubicBezTo>
                <a:cubicBezTo>
                  <a:pt x="304324" y="206613"/>
                  <a:pt x="298726" y="212114"/>
                  <a:pt x="292100" y="215900"/>
                </a:cubicBezTo>
                <a:cubicBezTo>
                  <a:pt x="283881" y="220596"/>
                  <a:pt x="274817" y="223730"/>
                  <a:pt x="266700" y="228600"/>
                </a:cubicBezTo>
                <a:cubicBezTo>
                  <a:pt x="253612" y="236453"/>
                  <a:pt x="243080" y="249173"/>
                  <a:pt x="228600" y="254000"/>
                </a:cubicBezTo>
                <a:cubicBezTo>
                  <a:pt x="222250" y="256117"/>
                  <a:pt x="215401" y="257099"/>
                  <a:pt x="209550" y="260350"/>
                </a:cubicBezTo>
                <a:cubicBezTo>
                  <a:pt x="196207" y="267763"/>
                  <a:pt x="185102" y="278924"/>
                  <a:pt x="171450" y="285750"/>
                </a:cubicBezTo>
                <a:cubicBezTo>
                  <a:pt x="132398" y="305276"/>
                  <a:pt x="153926" y="293199"/>
                  <a:pt x="107950" y="323850"/>
                </a:cubicBezTo>
                <a:cubicBezTo>
                  <a:pt x="101600" y="328083"/>
                  <a:pt x="94296" y="331154"/>
                  <a:pt x="88900" y="336550"/>
                </a:cubicBezTo>
                <a:cubicBezTo>
                  <a:pt x="82550" y="342900"/>
                  <a:pt x="77322" y="350619"/>
                  <a:pt x="69850" y="355600"/>
                </a:cubicBezTo>
                <a:cubicBezTo>
                  <a:pt x="64281" y="359313"/>
                  <a:pt x="57150" y="359833"/>
                  <a:pt x="50800" y="361950"/>
                </a:cubicBezTo>
                <a:cubicBezTo>
                  <a:pt x="42333" y="368300"/>
                  <a:pt x="33435" y="374112"/>
                  <a:pt x="25400" y="381000"/>
                </a:cubicBezTo>
                <a:cubicBezTo>
                  <a:pt x="18582" y="386844"/>
                  <a:pt x="13534" y="394662"/>
                  <a:pt x="6350" y="400050"/>
                </a:cubicBezTo>
                <a:cubicBezTo>
                  <a:pt x="4657" y="401320"/>
                  <a:pt x="2117" y="400050"/>
                  <a:pt x="0" y="40005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 rot="10800000">
            <a:off x="3000364" y="6643710"/>
            <a:ext cx="357190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86116" y="6572272"/>
            <a:ext cx="26739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Binary </a:t>
            </a:r>
            <a:r>
              <a:rPr lang="ko-KR" altLang="en-US" sz="1400" dirty="0" smtClean="0"/>
              <a:t>전송방식을 사용한 객체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4400179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sz="1600" dirty="0" smtClean="0"/>
              <a:t>5. $.</a:t>
            </a:r>
            <a:r>
              <a:rPr lang="en-US" altLang="ko-KR" sz="1600" dirty="0" err="1" smtClean="0"/>
              <a:t>ajax</a:t>
            </a:r>
            <a:r>
              <a:rPr lang="ko-KR" altLang="en-US" sz="1600" dirty="0" smtClean="0"/>
              <a:t>에서 </a:t>
            </a:r>
            <a:r>
              <a:rPr lang="en-US" altLang="ko-KR" sz="1600" dirty="0" smtClean="0"/>
              <a:t>data</a:t>
            </a:r>
            <a:r>
              <a:rPr lang="ko-KR" altLang="en-US" sz="1600" dirty="0" smtClean="0"/>
              <a:t>에 생성한 </a:t>
            </a:r>
            <a:r>
              <a:rPr lang="en-US" altLang="ko-KR" sz="1600" dirty="0" err="1" smtClean="0"/>
              <a:t>formData</a:t>
            </a:r>
            <a:r>
              <a:rPr lang="ko-KR" altLang="en-US" sz="1600" dirty="0" smtClean="0"/>
              <a:t>로 설정</a:t>
            </a:r>
            <a:r>
              <a:rPr lang="en-US" altLang="ko-KR" sz="1600" dirty="0" smtClean="0"/>
              <a:t>.</a:t>
            </a:r>
          </a:p>
          <a:p>
            <a:pPr marL="342900" indent="-342900"/>
            <a:r>
              <a:rPr lang="en-US" altLang="ko-KR" sz="1600" dirty="0" smtClean="0"/>
              <a:t> 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$.</a:t>
            </a:r>
            <a:r>
              <a:rPr lang="en-US" altLang="ko-KR" sz="1600" dirty="0" err="1" smtClean="0"/>
              <a:t>ajax</a:t>
            </a:r>
            <a:r>
              <a:rPr lang="en-US" altLang="ko-KR" sz="1600" dirty="0" smtClean="0"/>
              <a:t>({</a:t>
            </a:r>
          </a:p>
          <a:p>
            <a:pPr marL="342900" indent="-342900"/>
            <a:r>
              <a:rPr lang="en-US" altLang="ko-KR" sz="1600" dirty="0" smtClean="0"/>
              <a:t>    .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data: </a:t>
            </a:r>
            <a:r>
              <a:rPr lang="en-US" altLang="ko-KR" sz="1600" dirty="0" err="1" smtClean="0"/>
              <a:t>formData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   .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});</a:t>
            </a:r>
          </a:p>
          <a:p>
            <a:pPr marL="342900" indent="-342900"/>
            <a:endParaRPr lang="en-US" altLang="ko-KR" sz="1600" dirty="0" smtClean="0"/>
          </a:p>
          <a:p>
            <a:pPr marL="342900" indent="-342900"/>
            <a:endParaRPr lang="en-US" altLang="ko-KR" sz="1600" dirty="0" smtClean="0"/>
          </a:p>
          <a:p>
            <a:pPr marL="342900" indent="-342900"/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$.</a:t>
            </a:r>
            <a:r>
              <a:rPr lang="en-US" altLang="ko-KR" sz="1600" dirty="0" err="1" smtClean="0"/>
              <a:t>ajax</a:t>
            </a:r>
            <a:r>
              <a:rPr lang="en-US" altLang="ko-KR" sz="1600" dirty="0" smtClean="0"/>
              <a:t>({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url</a:t>
            </a:r>
            <a:r>
              <a:rPr lang="en-US" altLang="ko-KR" sz="1600" dirty="0" smtClean="0"/>
              <a:t> :”</a:t>
            </a:r>
            <a:r>
              <a:rPr lang="ko-KR" altLang="en-US" sz="1600" dirty="0" smtClean="0"/>
              <a:t>파일을 저장할 </a:t>
            </a:r>
            <a:r>
              <a:rPr lang="en-US" altLang="ko-KR" sz="1600" dirty="0" smtClean="0"/>
              <a:t>URL”,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type:”post”,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contentType:false</a:t>
            </a:r>
            <a:r>
              <a:rPr lang="en-US" altLang="ko-KR" sz="1600" dirty="0" smtClean="0"/>
              <a:t>,  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processData</a:t>
            </a:r>
            <a:r>
              <a:rPr lang="en-US" altLang="ko-KR" sz="1600" dirty="0" smtClean="0"/>
              <a:t>: false,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data : </a:t>
            </a:r>
            <a:r>
              <a:rPr lang="en-US" altLang="ko-KR" sz="1600" dirty="0" err="1" smtClean="0"/>
              <a:t>formData</a:t>
            </a:r>
            <a:r>
              <a:rPr lang="en-US" altLang="ko-KR" sz="1600" dirty="0" smtClean="0"/>
              <a:t>,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dataType</a:t>
            </a:r>
            <a:r>
              <a:rPr lang="en-US" altLang="ko-KR" sz="1600" dirty="0" smtClean="0"/>
              <a:t>:”JSON”,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error :function( </a:t>
            </a:r>
            <a:r>
              <a:rPr lang="en-US" altLang="ko-KR" sz="1600" dirty="0" err="1" smtClean="0"/>
              <a:t>xhr</a:t>
            </a:r>
            <a:r>
              <a:rPr lang="en-US" altLang="ko-KR" sz="1600" dirty="0" smtClean="0"/>
              <a:t> ){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},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success: function( </a:t>
            </a:r>
            <a:r>
              <a:rPr lang="en-US" altLang="ko-KR" sz="1600" dirty="0" err="1" smtClean="0"/>
              <a:t>jsonObj</a:t>
            </a:r>
            <a:r>
              <a:rPr lang="en-US" altLang="ko-KR" sz="1600" dirty="0" smtClean="0"/>
              <a:t> ){</a:t>
            </a:r>
          </a:p>
          <a:p>
            <a:pPr marL="342900" indent="-342900"/>
            <a:r>
              <a:rPr lang="en-US" altLang="ko-KR" sz="1600" dirty="0" smtClean="0"/>
              <a:t>     </a:t>
            </a:r>
            <a:r>
              <a:rPr lang="ko-KR" altLang="en-US" sz="1600" dirty="0" err="1" smtClean="0"/>
              <a:t>파일업로드후</a:t>
            </a:r>
            <a:r>
              <a:rPr lang="ko-KR" altLang="en-US" sz="1600" dirty="0" smtClean="0"/>
              <a:t> 결과를 보여주는 코드 작성</a:t>
            </a:r>
            <a:r>
              <a:rPr lang="en-US" altLang="ko-KR" sz="1600" dirty="0" smtClean="0"/>
              <a:t>.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  }</a:t>
            </a:r>
          </a:p>
          <a:p>
            <a:pPr marL="342900" indent="-342900"/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})</a:t>
            </a:r>
            <a:endParaRPr lang="en-US" altLang="ko-KR" sz="1600" dirty="0" smtClean="0"/>
          </a:p>
          <a:p>
            <a:pPr marL="342900" indent="-342900"/>
            <a:endParaRPr lang="en-US" altLang="ko-KR" sz="1600" dirty="0"/>
          </a:p>
          <a:p>
            <a:pPr marL="342900" indent="-342900"/>
            <a:endParaRPr lang="en-US" altLang="ko-KR" sz="1600" dirty="0" smtClean="0"/>
          </a:p>
        </p:txBody>
      </p:sp>
      <p:cxnSp>
        <p:nvCxnSpPr>
          <p:cNvPr id="5" name="직선 화살표 연결선 4"/>
          <p:cNvCxnSpPr/>
          <p:nvPr/>
        </p:nvCxnSpPr>
        <p:spPr>
          <a:xfrm rot="10800000" flipV="1">
            <a:off x="1500166" y="428604"/>
            <a:ext cx="1857388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643174" y="1785926"/>
            <a:ext cx="4264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폼을 얻기</a:t>
            </a:r>
            <a:endParaRPr lang="en-US" altLang="ko-KR" sz="1400" dirty="0" smtClean="0"/>
          </a:p>
          <a:p>
            <a:r>
              <a:rPr lang="en-US" altLang="ko-KR" sz="1400" dirty="0" err="1" smtClean="0"/>
              <a:t>var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formData</a:t>
            </a:r>
            <a:r>
              <a:rPr lang="en-US" altLang="ko-KR" sz="1400" dirty="0" smtClean="0"/>
              <a:t>=new </a:t>
            </a:r>
            <a:r>
              <a:rPr lang="en-US" altLang="ko-KR" sz="1400" b="1" dirty="0" err="1" smtClean="0"/>
              <a:t>FormData</a:t>
            </a:r>
            <a:r>
              <a:rPr lang="en-US" altLang="ko-KR" sz="1400" dirty="0" smtClean="0"/>
              <a:t>( $(“#</a:t>
            </a:r>
            <a:r>
              <a:rPr lang="ko-KR" altLang="en-US" sz="1400" dirty="0" err="1" smtClean="0"/>
              <a:t>폼아이디</a:t>
            </a:r>
            <a:r>
              <a:rPr lang="en-US" altLang="ko-KR" sz="1400" dirty="0" smtClean="0"/>
              <a:t>”)[0] );</a:t>
            </a:r>
            <a:endParaRPr lang="ko-KR" altLang="en-US" sz="1400" dirty="0"/>
          </a:p>
        </p:txBody>
      </p:sp>
      <p:cxnSp>
        <p:nvCxnSpPr>
          <p:cNvPr id="8" name="직선 화살표 연결선 7"/>
          <p:cNvCxnSpPr/>
          <p:nvPr/>
        </p:nvCxnSpPr>
        <p:spPr>
          <a:xfrm rot="16200000" flipH="1">
            <a:off x="4179091" y="1607331"/>
            <a:ext cx="571504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28992" y="1214422"/>
            <a:ext cx="5680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Parameter </a:t>
            </a:r>
            <a:r>
              <a:rPr lang="ko-KR" altLang="en-US" sz="1400" dirty="0" smtClean="0"/>
              <a:t>전송방식 </a:t>
            </a:r>
            <a:r>
              <a:rPr lang="en-US" altLang="ko-KR" sz="1400" dirty="0" smtClean="0"/>
              <a:t>form -&gt; binary </a:t>
            </a:r>
            <a:r>
              <a:rPr lang="ko-KR" altLang="en-US" sz="1400" dirty="0" smtClean="0"/>
              <a:t>전송방식의 </a:t>
            </a:r>
            <a:r>
              <a:rPr lang="en-US" altLang="ko-KR" sz="1400" dirty="0" smtClean="0"/>
              <a:t>form </a:t>
            </a:r>
            <a:r>
              <a:rPr lang="ko-KR" altLang="en-US" sz="1400" dirty="0" smtClean="0"/>
              <a:t>객체로 변환된</a:t>
            </a:r>
            <a:endParaRPr lang="en-US" altLang="ko-KR" sz="1400" dirty="0" smtClean="0"/>
          </a:p>
          <a:p>
            <a:r>
              <a:rPr lang="en-US" altLang="ko-KR" sz="1400" dirty="0" smtClean="0"/>
              <a:t> 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객체 </a:t>
            </a:r>
            <a:r>
              <a:rPr lang="en-US" altLang="ko-KR" sz="1400" dirty="0" smtClean="0"/>
              <a:t>=&gt; back-end</a:t>
            </a:r>
            <a:r>
              <a:rPr lang="ko-KR" altLang="en-US" sz="1400" dirty="0" smtClean="0"/>
              <a:t>에서 </a:t>
            </a:r>
            <a:r>
              <a:rPr lang="en-US" altLang="ko-KR" sz="1400" dirty="0" err="1" smtClean="0"/>
              <a:t>MultipartRequest</a:t>
            </a:r>
            <a:r>
              <a:rPr lang="ko-KR" altLang="en-US" sz="1400" dirty="0" smtClean="0"/>
              <a:t>로 값을 받을 수 있다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cxnSp>
        <p:nvCxnSpPr>
          <p:cNvPr id="12" name="직선 화살표 연결선 11"/>
          <p:cNvCxnSpPr/>
          <p:nvPr/>
        </p:nvCxnSpPr>
        <p:spPr>
          <a:xfrm rot="10800000" flipV="1">
            <a:off x="2214546" y="3429000"/>
            <a:ext cx="785818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71802" y="3214686"/>
            <a:ext cx="4108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Parameter </a:t>
            </a:r>
            <a:r>
              <a:rPr lang="ko-KR" altLang="en-US" sz="1400" dirty="0" smtClean="0"/>
              <a:t>전송방식 </a:t>
            </a:r>
            <a:r>
              <a:rPr lang="en-US" altLang="ko-KR" sz="1400" dirty="0" smtClean="0"/>
              <a:t>&gt; binary </a:t>
            </a:r>
            <a:r>
              <a:rPr lang="ko-KR" altLang="en-US" sz="1400" dirty="0" smtClean="0"/>
              <a:t>전송방식으로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변환</a:t>
            </a:r>
            <a:endParaRPr lang="ko-KR" altLang="en-US" sz="1400" dirty="0"/>
          </a:p>
        </p:txBody>
      </p:sp>
      <p:cxnSp>
        <p:nvCxnSpPr>
          <p:cNvPr id="14" name="직선 화살표 연결선 13"/>
          <p:cNvCxnSpPr/>
          <p:nvPr/>
        </p:nvCxnSpPr>
        <p:spPr>
          <a:xfrm rot="10800000" flipV="1">
            <a:off x="2285985" y="3643314"/>
            <a:ext cx="785818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43241" y="3429000"/>
            <a:ext cx="1291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/>
              <a:t>Querystirng</a:t>
            </a:r>
            <a:r>
              <a:rPr lang="en-US" altLang="ko-KR" sz="1400" dirty="0" smtClean="0"/>
              <a:t> x</a:t>
            </a:r>
            <a:endParaRPr lang="ko-KR" altLang="en-US" sz="1400" dirty="0"/>
          </a:p>
        </p:txBody>
      </p:sp>
      <p:cxnSp>
        <p:nvCxnSpPr>
          <p:cNvPr id="19" name="직선 화살표 연결선 18"/>
          <p:cNvCxnSpPr/>
          <p:nvPr/>
        </p:nvCxnSpPr>
        <p:spPr>
          <a:xfrm rot="10800000" flipV="1">
            <a:off x="1571604" y="2285992"/>
            <a:ext cx="1928826" cy="17145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0496" y="1214422"/>
            <a:ext cx="3576624" cy="1611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214282" y="214290"/>
            <a:ext cx="10027553" cy="5539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이미지 </a:t>
            </a:r>
            <a:r>
              <a:rPr lang="ko-KR" altLang="en-US" dirty="0" err="1" smtClean="0"/>
              <a:t>미리보기</a:t>
            </a:r>
            <a:endParaRPr lang="en-US" altLang="ko-KR" dirty="0" smtClean="0"/>
          </a:p>
          <a:p>
            <a:r>
              <a:rPr lang="en-US" altLang="ko-KR" sz="1600" dirty="0" smtClean="0"/>
              <a:t>-</a:t>
            </a:r>
            <a:r>
              <a:rPr lang="ko-KR" altLang="en-US" sz="1600" dirty="0" smtClean="0"/>
              <a:t>이미지를 선택하면 보안에 이슈가 있어서 바로 접근이 불가능하다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=&gt;JavaScript</a:t>
            </a:r>
            <a:r>
              <a:rPr lang="ko-KR" altLang="en-US" sz="1600" dirty="0" smtClean="0"/>
              <a:t>에서 </a:t>
            </a:r>
            <a:r>
              <a:rPr lang="en-US" altLang="ko-KR" sz="1600" dirty="0" smtClean="0"/>
              <a:t>: </a:t>
            </a:r>
            <a:r>
              <a:rPr lang="en-US" altLang="ko-KR" sz="1600" dirty="0" err="1" smtClean="0"/>
              <a:t>FileReader</a:t>
            </a:r>
            <a:r>
              <a:rPr lang="en-US" altLang="ko-KR" sz="1600" dirty="0" smtClean="0"/>
              <a:t> stream</a:t>
            </a:r>
            <a:r>
              <a:rPr lang="ko-KR" altLang="en-US" sz="1600" dirty="0" smtClean="0"/>
              <a:t>을 사용하면 미리보기가 가능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서버에 </a:t>
            </a:r>
            <a:r>
              <a:rPr lang="ko-KR" altLang="en-US" sz="1600" dirty="0" err="1" smtClean="0"/>
              <a:t>업로드된</a:t>
            </a:r>
            <a:r>
              <a:rPr lang="ko-KR" altLang="en-US" sz="1600" dirty="0" smtClean="0"/>
              <a:t> 상태 </a:t>
            </a:r>
            <a:r>
              <a:rPr lang="en-US" altLang="ko-KR" sz="1600" dirty="0" smtClean="0"/>
              <a:t>x)</a:t>
            </a:r>
          </a:p>
          <a:p>
            <a:endParaRPr lang="en-US" altLang="ko-KR" sz="1600" dirty="0" smtClean="0"/>
          </a:p>
          <a:p>
            <a:r>
              <a:rPr lang="ko-KR" altLang="en-US" sz="1600" dirty="0" smtClean="0"/>
              <a:t>순서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 smtClean="0"/>
              <a:t>1.HTML Form Cont</a:t>
            </a:r>
            <a:r>
              <a:rPr lang="en-US" altLang="ko-KR" sz="1600" dirty="0" smtClean="0"/>
              <a:t>r</a:t>
            </a:r>
            <a:r>
              <a:rPr lang="en-US" altLang="ko-KR" sz="1600" dirty="0" smtClean="0"/>
              <a:t>ol </a:t>
            </a:r>
            <a:r>
              <a:rPr lang="ko-KR" altLang="en-US" sz="1600" dirty="0" smtClean="0"/>
              <a:t>접근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</a:t>
            </a:r>
            <a:endParaRPr lang="en-US" altLang="ko-KR" sz="1600" dirty="0" smtClean="0"/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$(“selector”).</a:t>
            </a:r>
            <a:r>
              <a:rPr lang="ko-KR" altLang="en-US" sz="1600" dirty="0" smtClean="0"/>
              <a:t>이벤트함수</a:t>
            </a:r>
            <a:r>
              <a:rPr lang="en-US" altLang="ko-KR" sz="1600" dirty="0" smtClean="0"/>
              <a:t>(function( </a:t>
            </a:r>
            <a:r>
              <a:rPr lang="en-US" altLang="ko-KR" sz="1600" b="1" dirty="0" err="1" smtClean="0"/>
              <a:t>evt</a:t>
            </a:r>
            <a:r>
              <a:rPr lang="en-US" altLang="ko-KR" sz="1600" dirty="0" smtClean="0"/>
              <a:t> ){</a:t>
            </a:r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-</a:t>
            </a:r>
            <a:r>
              <a:rPr lang="ko-KR" altLang="en-US" sz="1600" dirty="0" smtClean="0"/>
              <a:t>파일을 선택하면 해당파일이 매개변수로</a:t>
            </a:r>
            <a:endParaRPr lang="en-US" altLang="ko-KR" sz="1600" dirty="0" smtClean="0"/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들어온다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var</a:t>
            </a:r>
            <a:r>
              <a:rPr lang="en-US" altLang="ko-KR" sz="1600" dirty="0" smtClean="0"/>
              <a:t> file=</a:t>
            </a:r>
            <a:r>
              <a:rPr lang="en-US" altLang="ko-KR" sz="1600" dirty="0" err="1" smtClean="0"/>
              <a:t>evt.target.</a:t>
            </a:r>
            <a:r>
              <a:rPr lang="en-US" altLang="ko-KR" sz="1600" b="1" dirty="0" err="1" smtClean="0"/>
              <a:t>files</a:t>
            </a:r>
            <a:r>
              <a:rPr lang="en-US" altLang="ko-KR" sz="1600" dirty="0" smtClean="0"/>
              <a:t>[0];</a:t>
            </a:r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2.</a:t>
            </a:r>
            <a:r>
              <a:rPr lang="ko-KR" altLang="en-US" sz="1600" dirty="0" err="1" smtClean="0"/>
              <a:t>스트림을</a:t>
            </a:r>
            <a:r>
              <a:rPr lang="ko-KR" altLang="en-US" sz="1600" dirty="0" smtClean="0"/>
              <a:t> 생성</a:t>
            </a:r>
            <a:endParaRPr lang="en-US" altLang="ko-KR" sz="1600" dirty="0" smtClean="0"/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var</a:t>
            </a:r>
            <a:r>
              <a:rPr lang="en-US" altLang="ko-KR" sz="1600" dirty="0" smtClean="0"/>
              <a:t> reader=new </a:t>
            </a:r>
            <a:r>
              <a:rPr lang="en-US" altLang="ko-KR" sz="1600" dirty="0" err="1" smtClean="0"/>
              <a:t>FileReader</a:t>
            </a:r>
            <a:r>
              <a:rPr lang="en-US" altLang="ko-KR" sz="1600" dirty="0" smtClean="0"/>
              <a:t>();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3.FileReader</a:t>
            </a:r>
            <a:r>
              <a:rPr lang="ko-KR" altLang="en-US" sz="1600" dirty="0" smtClean="0"/>
              <a:t>객체의 </a:t>
            </a:r>
            <a:r>
              <a:rPr lang="en-US" altLang="ko-KR" sz="1600" dirty="0" err="1" smtClean="0"/>
              <a:t>onload</a:t>
            </a:r>
            <a:r>
              <a:rPr lang="ko-KR" altLang="en-US" sz="1600" dirty="0" smtClean="0"/>
              <a:t>이벤트 </a:t>
            </a:r>
            <a:r>
              <a:rPr lang="ko-KR" altLang="en-US" sz="1600" dirty="0" err="1" smtClean="0"/>
              <a:t>핸들러를</a:t>
            </a:r>
            <a:r>
              <a:rPr lang="ko-KR" altLang="en-US" sz="1600" dirty="0" smtClean="0"/>
              <a:t> 설정</a:t>
            </a:r>
            <a:endParaRPr lang="en-US" altLang="ko-KR" sz="1600" dirty="0" smtClean="0"/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reead.onload</a:t>
            </a:r>
            <a:r>
              <a:rPr lang="en-US" altLang="ko-KR" sz="1600" dirty="0" smtClean="0"/>
              <a:t>=function( </a:t>
            </a:r>
            <a:r>
              <a:rPr lang="en-US" altLang="ko-KR" sz="1600" dirty="0" err="1" smtClean="0"/>
              <a:t>evt</a:t>
            </a:r>
            <a:r>
              <a:rPr lang="en-US" altLang="ko-KR" sz="1600" dirty="0" smtClean="0"/>
              <a:t> ){ // </a:t>
            </a:r>
            <a:r>
              <a:rPr lang="ko-KR" altLang="en-US" sz="1600" dirty="0" smtClean="0"/>
              <a:t>파일을 선택하면 </a:t>
            </a:r>
            <a:r>
              <a:rPr lang="en-US" altLang="ko-KR" sz="1600" dirty="0" smtClean="0"/>
              <a:t>&gt; </a:t>
            </a:r>
            <a:r>
              <a:rPr lang="ko-KR" altLang="en-US" sz="1600" dirty="0" smtClean="0"/>
              <a:t>파일읽기 작업 실행 </a:t>
            </a:r>
            <a:r>
              <a:rPr lang="en-US" altLang="ko-KR" sz="1600" dirty="0" smtClean="0"/>
              <a:t>&gt; </a:t>
            </a:r>
            <a:r>
              <a:rPr lang="ko-KR" altLang="en-US" sz="1600" dirty="0" smtClean="0"/>
              <a:t>완료되면 </a:t>
            </a:r>
            <a:r>
              <a:rPr lang="en-US" altLang="ko-KR" sz="1600" dirty="0" err="1" smtClean="0"/>
              <a:t>onload</a:t>
            </a:r>
            <a:r>
              <a:rPr lang="ko-KR" altLang="en-US" sz="1600" dirty="0" smtClean="0"/>
              <a:t>함수를 호출</a:t>
            </a:r>
            <a:endParaRPr lang="en-US" altLang="ko-KR" sz="1600" dirty="0" smtClean="0"/>
          </a:p>
          <a:p>
            <a:r>
              <a:rPr lang="en-US" altLang="ko-KR" sz="1600" dirty="0" smtClean="0"/>
              <a:t>    $(“</a:t>
            </a:r>
            <a:r>
              <a:rPr lang="ko-KR" altLang="en-US" sz="1600" dirty="0" err="1" smtClean="0"/>
              <a:t>미리보기이미지</a:t>
            </a:r>
            <a:r>
              <a:rPr lang="en-US" altLang="ko-KR" sz="1600" dirty="0" smtClean="0"/>
              <a:t>”).prop(“</a:t>
            </a:r>
            <a:r>
              <a:rPr lang="en-US" altLang="ko-KR" sz="1600" b="1" dirty="0" err="1" smtClean="0"/>
              <a:t>src</a:t>
            </a:r>
            <a:r>
              <a:rPr lang="en-US" altLang="ko-KR" sz="1600" dirty="0" smtClean="0"/>
              <a:t>”, </a:t>
            </a:r>
            <a:r>
              <a:rPr lang="en-US" altLang="ko-KR" sz="1600" dirty="0" err="1" smtClean="0"/>
              <a:t>evt.target.result</a:t>
            </a:r>
            <a:r>
              <a:rPr lang="en-US" altLang="ko-KR" sz="1600" dirty="0" smtClean="0"/>
              <a:t>);//</a:t>
            </a:r>
            <a:r>
              <a:rPr lang="en-US" altLang="ko-KR" sz="1600" dirty="0" err="1" smtClean="0"/>
              <a:t>src</a:t>
            </a:r>
            <a:r>
              <a:rPr lang="ko-KR" altLang="en-US" sz="1600" dirty="0" smtClean="0"/>
              <a:t>속성에 선택된 파일명이 </a:t>
            </a:r>
            <a:r>
              <a:rPr lang="en-US" altLang="ko-KR" sz="1600" dirty="0" smtClean="0"/>
              <a:t>Base64 encoding</a:t>
            </a:r>
            <a:r>
              <a:rPr lang="ko-KR" altLang="en-US" sz="1600" dirty="0" err="1" smtClean="0"/>
              <a:t>되어할당</a:t>
            </a:r>
            <a:endParaRPr lang="en-US" altLang="ko-KR" sz="1600" dirty="0" smtClean="0"/>
          </a:p>
          <a:p>
            <a:r>
              <a:rPr lang="en-US" altLang="ko-KR" sz="1600" dirty="0" smtClean="0"/>
              <a:t>  }</a:t>
            </a:r>
          </a:p>
          <a:p>
            <a:r>
              <a:rPr lang="en-US" altLang="ko-KR" sz="1600" dirty="0" smtClean="0"/>
              <a:t>4.</a:t>
            </a:r>
            <a:r>
              <a:rPr lang="ko-KR" altLang="en-US" sz="1600" dirty="0" smtClean="0"/>
              <a:t>파일을 </a:t>
            </a:r>
            <a:r>
              <a:rPr lang="ko-KR" altLang="en-US" sz="1600" dirty="0" err="1" smtClean="0"/>
              <a:t>읽어들여</a:t>
            </a:r>
            <a:r>
              <a:rPr lang="ko-KR" altLang="en-US" sz="1600" dirty="0" smtClean="0"/>
              <a:t> </a:t>
            </a:r>
            <a:r>
              <a:rPr lang="en-US" altLang="ko-KR" sz="1600" dirty="0" err="1" smtClean="0"/>
              <a:t>img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태그에 </a:t>
            </a:r>
            <a:r>
              <a:rPr lang="ko-KR" altLang="en-US" sz="1600" dirty="0" err="1" smtClean="0"/>
              <a:t>미리보기를</a:t>
            </a:r>
            <a:r>
              <a:rPr lang="ko-KR" altLang="en-US" sz="1600" dirty="0" smtClean="0"/>
              <a:t> 설정</a:t>
            </a:r>
            <a:endParaRPr lang="en-US" altLang="ko-KR" sz="1600" dirty="0" smtClean="0"/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reader.readAsDataURL</a:t>
            </a:r>
            <a:r>
              <a:rPr lang="en-US" altLang="ko-KR" sz="1600" dirty="0" smtClean="0"/>
              <a:t> ( file )</a:t>
            </a:r>
            <a:endParaRPr lang="ko-KR" altLang="en-US" sz="1600" dirty="0"/>
          </a:p>
        </p:txBody>
      </p:sp>
      <p:cxnSp>
        <p:nvCxnSpPr>
          <p:cNvPr id="6" name="직선 화살표 연결선 5"/>
          <p:cNvCxnSpPr/>
          <p:nvPr/>
        </p:nvCxnSpPr>
        <p:spPr>
          <a:xfrm flipV="1">
            <a:off x="1142976" y="1428736"/>
            <a:ext cx="3786214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폭발 2 6"/>
          <p:cNvSpPr/>
          <p:nvPr/>
        </p:nvSpPr>
        <p:spPr>
          <a:xfrm>
            <a:off x="5643570" y="1928802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 7"/>
          <p:cNvSpPr/>
          <p:nvPr/>
        </p:nvSpPr>
        <p:spPr>
          <a:xfrm>
            <a:off x="3179002" y="1808395"/>
            <a:ext cx="2624898" cy="605779"/>
          </a:xfrm>
          <a:custGeom>
            <a:avLst/>
            <a:gdLst>
              <a:gd name="connsiteX0" fmla="*/ 2624898 w 2624898"/>
              <a:gd name="connsiteY0" fmla="*/ 287105 h 605779"/>
              <a:gd name="connsiteX1" fmla="*/ 2599498 w 2624898"/>
              <a:gd name="connsiteY1" fmla="*/ 268055 h 605779"/>
              <a:gd name="connsiteX2" fmla="*/ 2574098 w 2624898"/>
              <a:gd name="connsiteY2" fmla="*/ 255355 h 605779"/>
              <a:gd name="connsiteX3" fmla="*/ 2555048 w 2624898"/>
              <a:gd name="connsiteY3" fmla="*/ 236305 h 605779"/>
              <a:gd name="connsiteX4" fmla="*/ 2504248 w 2624898"/>
              <a:gd name="connsiteY4" fmla="*/ 204555 h 605779"/>
              <a:gd name="connsiteX5" fmla="*/ 2485198 w 2624898"/>
              <a:gd name="connsiteY5" fmla="*/ 191855 h 605779"/>
              <a:gd name="connsiteX6" fmla="*/ 2447098 w 2624898"/>
              <a:gd name="connsiteY6" fmla="*/ 179155 h 605779"/>
              <a:gd name="connsiteX7" fmla="*/ 2421698 w 2624898"/>
              <a:gd name="connsiteY7" fmla="*/ 166455 h 605779"/>
              <a:gd name="connsiteX8" fmla="*/ 2402648 w 2624898"/>
              <a:gd name="connsiteY8" fmla="*/ 160105 h 605779"/>
              <a:gd name="connsiteX9" fmla="*/ 2364548 w 2624898"/>
              <a:gd name="connsiteY9" fmla="*/ 134705 h 605779"/>
              <a:gd name="connsiteX10" fmla="*/ 2345498 w 2624898"/>
              <a:gd name="connsiteY10" fmla="*/ 128355 h 605779"/>
              <a:gd name="connsiteX11" fmla="*/ 2320098 w 2624898"/>
              <a:gd name="connsiteY11" fmla="*/ 115655 h 605779"/>
              <a:gd name="connsiteX12" fmla="*/ 2288348 w 2624898"/>
              <a:gd name="connsiteY12" fmla="*/ 109305 h 605779"/>
              <a:gd name="connsiteX13" fmla="*/ 2231198 w 2624898"/>
              <a:gd name="connsiteY13" fmla="*/ 90255 h 605779"/>
              <a:gd name="connsiteX14" fmla="*/ 2212148 w 2624898"/>
              <a:gd name="connsiteY14" fmla="*/ 83905 h 605779"/>
              <a:gd name="connsiteX15" fmla="*/ 2186748 w 2624898"/>
              <a:gd name="connsiteY15" fmla="*/ 71205 h 605779"/>
              <a:gd name="connsiteX16" fmla="*/ 2116898 w 2624898"/>
              <a:gd name="connsiteY16" fmla="*/ 58505 h 605779"/>
              <a:gd name="connsiteX17" fmla="*/ 2091498 w 2624898"/>
              <a:gd name="connsiteY17" fmla="*/ 52155 h 605779"/>
              <a:gd name="connsiteX18" fmla="*/ 2047048 w 2624898"/>
              <a:gd name="connsiteY18" fmla="*/ 45805 h 605779"/>
              <a:gd name="connsiteX19" fmla="*/ 1989898 w 2624898"/>
              <a:gd name="connsiteY19" fmla="*/ 33105 h 605779"/>
              <a:gd name="connsiteX20" fmla="*/ 1894648 w 2624898"/>
              <a:gd name="connsiteY20" fmla="*/ 26755 h 605779"/>
              <a:gd name="connsiteX21" fmla="*/ 1812098 w 2624898"/>
              <a:gd name="connsiteY21" fmla="*/ 14055 h 605779"/>
              <a:gd name="connsiteX22" fmla="*/ 1653348 w 2624898"/>
              <a:gd name="connsiteY22" fmla="*/ 1355 h 605779"/>
              <a:gd name="connsiteX23" fmla="*/ 1177098 w 2624898"/>
              <a:gd name="connsiteY23" fmla="*/ 14055 h 605779"/>
              <a:gd name="connsiteX24" fmla="*/ 1151698 w 2624898"/>
              <a:gd name="connsiteY24" fmla="*/ 20405 h 605779"/>
              <a:gd name="connsiteX25" fmla="*/ 1119948 w 2624898"/>
              <a:gd name="connsiteY25" fmla="*/ 26755 h 605779"/>
              <a:gd name="connsiteX26" fmla="*/ 1081848 w 2624898"/>
              <a:gd name="connsiteY26" fmla="*/ 33105 h 605779"/>
              <a:gd name="connsiteX27" fmla="*/ 1018348 w 2624898"/>
              <a:gd name="connsiteY27" fmla="*/ 45805 h 605779"/>
              <a:gd name="connsiteX28" fmla="*/ 967548 w 2624898"/>
              <a:gd name="connsiteY28" fmla="*/ 52155 h 605779"/>
              <a:gd name="connsiteX29" fmla="*/ 942148 w 2624898"/>
              <a:gd name="connsiteY29" fmla="*/ 58505 h 605779"/>
              <a:gd name="connsiteX30" fmla="*/ 897698 w 2624898"/>
              <a:gd name="connsiteY30" fmla="*/ 64855 h 605779"/>
              <a:gd name="connsiteX31" fmla="*/ 840548 w 2624898"/>
              <a:gd name="connsiteY31" fmla="*/ 83905 h 605779"/>
              <a:gd name="connsiteX32" fmla="*/ 821498 w 2624898"/>
              <a:gd name="connsiteY32" fmla="*/ 90255 h 605779"/>
              <a:gd name="connsiteX33" fmla="*/ 796098 w 2624898"/>
              <a:gd name="connsiteY33" fmla="*/ 96605 h 605779"/>
              <a:gd name="connsiteX34" fmla="*/ 757998 w 2624898"/>
              <a:gd name="connsiteY34" fmla="*/ 109305 h 605779"/>
              <a:gd name="connsiteX35" fmla="*/ 732598 w 2624898"/>
              <a:gd name="connsiteY35" fmla="*/ 115655 h 605779"/>
              <a:gd name="connsiteX36" fmla="*/ 707198 w 2624898"/>
              <a:gd name="connsiteY36" fmla="*/ 128355 h 605779"/>
              <a:gd name="connsiteX37" fmla="*/ 662748 w 2624898"/>
              <a:gd name="connsiteY37" fmla="*/ 141055 h 605779"/>
              <a:gd name="connsiteX38" fmla="*/ 586548 w 2624898"/>
              <a:gd name="connsiteY38" fmla="*/ 172805 h 605779"/>
              <a:gd name="connsiteX39" fmla="*/ 542098 w 2624898"/>
              <a:gd name="connsiteY39" fmla="*/ 204555 h 605779"/>
              <a:gd name="connsiteX40" fmla="*/ 523048 w 2624898"/>
              <a:gd name="connsiteY40" fmla="*/ 217255 h 605779"/>
              <a:gd name="connsiteX41" fmla="*/ 465898 w 2624898"/>
              <a:gd name="connsiteY41" fmla="*/ 261705 h 605779"/>
              <a:gd name="connsiteX42" fmla="*/ 440498 w 2624898"/>
              <a:gd name="connsiteY42" fmla="*/ 280755 h 605779"/>
              <a:gd name="connsiteX43" fmla="*/ 389698 w 2624898"/>
              <a:gd name="connsiteY43" fmla="*/ 331555 h 605779"/>
              <a:gd name="connsiteX44" fmla="*/ 364298 w 2624898"/>
              <a:gd name="connsiteY44" fmla="*/ 356955 h 605779"/>
              <a:gd name="connsiteX45" fmla="*/ 338898 w 2624898"/>
              <a:gd name="connsiteY45" fmla="*/ 369655 h 605779"/>
              <a:gd name="connsiteX46" fmla="*/ 307148 w 2624898"/>
              <a:gd name="connsiteY46" fmla="*/ 407755 h 605779"/>
              <a:gd name="connsiteX47" fmla="*/ 288098 w 2624898"/>
              <a:gd name="connsiteY47" fmla="*/ 420455 h 605779"/>
              <a:gd name="connsiteX48" fmla="*/ 249998 w 2624898"/>
              <a:gd name="connsiteY48" fmla="*/ 452205 h 605779"/>
              <a:gd name="connsiteX49" fmla="*/ 237298 w 2624898"/>
              <a:gd name="connsiteY49" fmla="*/ 471255 h 605779"/>
              <a:gd name="connsiteX50" fmla="*/ 199198 w 2624898"/>
              <a:gd name="connsiteY50" fmla="*/ 496655 h 605779"/>
              <a:gd name="connsiteX51" fmla="*/ 180148 w 2624898"/>
              <a:gd name="connsiteY51" fmla="*/ 509355 h 605779"/>
              <a:gd name="connsiteX52" fmla="*/ 154748 w 2624898"/>
              <a:gd name="connsiteY52" fmla="*/ 522055 h 605779"/>
              <a:gd name="connsiteX53" fmla="*/ 116648 w 2624898"/>
              <a:gd name="connsiteY53" fmla="*/ 553805 h 605779"/>
              <a:gd name="connsiteX54" fmla="*/ 84898 w 2624898"/>
              <a:gd name="connsiteY54" fmla="*/ 560155 h 605779"/>
              <a:gd name="connsiteX55" fmla="*/ 46798 w 2624898"/>
              <a:gd name="connsiteY55" fmla="*/ 585555 h 605779"/>
              <a:gd name="connsiteX56" fmla="*/ 27748 w 2624898"/>
              <a:gd name="connsiteY56" fmla="*/ 591905 h 605779"/>
              <a:gd name="connsiteX57" fmla="*/ 2348 w 2624898"/>
              <a:gd name="connsiteY57" fmla="*/ 604605 h 605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624898" h="605779">
                <a:moveTo>
                  <a:pt x="2624898" y="287105"/>
                </a:moveTo>
                <a:cubicBezTo>
                  <a:pt x="2616431" y="280755"/>
                  <a:pt x="2608473" y="273664"/>
                  <a:pt x="2599498" y="268055"/>
                </a:cubicBezTo>
                <a:cubicBezTo>
                  <a:pt x="2591471" y="263038"/>
                  <a:pt x="2581801" y="260857"/>
                  <a:pt x="2574098" y="255355"/>
                </a:cubicBezTo>
                <a:cubicBezTo>
                  <a:pt x="2566790" y="250135"/>
                  <a:pt x="2562311" y="241587"/>
                  <a:pt x="2555048" y="236305"/>
                </a:cubicBezTo>
                <a:cubicBezTo>
                  <a:pt x="2538899" y="224560"/>
                  <a:pt x="2520863" y="215632"/>
                  <a:pt x="2504248" y="204555"/>
                </a:cubicBezTo>
                <a:cubicBezTo>
                  <a:pt x="2497898" y="200322"/>
                  <a:pt x="2492172" y="194955"/>
                  <a:pt x="2485198" y="191855"/>
                </a:cubicBezTo>
                <a:cubicBezTo>
                  <a:pt x="2472965" y="186418"/>
                  <a:pt x="2459527" y="184127"/>
                  <a:pt x="2447098" y="179155"/>
                </a:cubicBezTo>
                <a:cubicBezTo>
                  <a:pt x="2438309" y="175639"/>
                  <a:pt x="2430399" y="170184"/>
                  <a:pt x="2421698" y="166455"/>
                </a:cubicBezTo>
                <a:cubicBezTo>
                  <a:pt x="2415546" y="163818"/>
                  <a:pt x="2408499" y="163356"/>
                  <a:pt x="2402648" y="160105"/>
                </a:cubicBezTo>
                <a:cubicBezTo>
                  <a:pt x="2389305" y="152692"/>
                  <a:pt x="2379028" y="139532"/>
                  <a:pt x="2364548" y="134705"/>
                </a:cubicBezTo>
                <a:cubicBezTo>
                  <a:pt x="2358198" y="132588"/>
                  <a:pt x="2351650" y="130992"/>
                  <a:pt x="2345498" y="128355"/>
                </a:cubicBezTo>
                <a:cubicBezTo>
                  <a:pt x="2336797" y="124626"/>
                  <a:pt x="2329078" y="118648"/>
                  <a:pt x="2320098" y="115655"/>
                </a:cubicBezTo>
                <a:cubicBezTo>
                  <a:pt x="2309859" y="112242"/>
                  <a:pt x="2298726" y="112270"/>
                  <a:pt x="2288348" y="109305"/>
                </a:cubicBezTo>
                <a:cubicBezTo>
                  <a:pt x="2269040" y="103788"/>
                  <a:pt x="2250248" y="96605"/>
                  <a:pt x="2231198" y="90255"/>
                </a:cubicBezTo>
                <a:cubicBezTo>
                  <a:pt x="2224848" y="88138"/>
                  <a:pt x="2218135" y="86898"/>
                  <a:pt x="2212148" y="83905"/>
                </a:cubicBezTo>
                <a:cubicBezTo>
                  <a:pt x="2203681" y="79672"/>
                  <a:pt x="2195611" y="74529"/>
                  <a:pt x="2186748" y="71205"/>
                </a:cubicBezTo>
                <a:cubicBezTo>
                  <a:pt x="2166415" y="63580"/>
                  <a:pt x="2136395" y="62050"/>
                  <a:pt x="2116898" y="58505"/>
                </a:cubicBezTo>
                <a:cubicBezTo>
                  <a:pt x="2108312" y="56944"/>
                  <a:pt x="2100084" y="53716"/>
                  <a:pt x="2091498" y="52155"/>
                </a:cubicBezTo>
                <a:cubicBezTo>
                  <a:pt x="2076772" y="49478"/>
                  <a:pt x="2061774" y="48482"/>
                  <a:pt x="2047048" y="45805"/>
                </a:cubicBezTo>
                <a:cubicBezTo>
                  <a:pt x="2021121" y="41091"/>
                  <a:pt x="2017908" y="35906"/>
                  <a:pt x="1989898" y="33105"/>
                </a:cubicBezTo>
                <a:cubicBezTo>
                  <a:pt x="1958235" y="29939"/>
                  <a:pt x="1926398" y="28872"/>
                  <a:pt x="1894648" y="26755"/>
                </a:cubicBezTo>
                <a:cubicBezTo>
                  <a:pt x="1858321" y="19490"/>
                  <a:pt x="1854386" y="17899"/>
                  <a:pt x="1812098" y="14055"/>
                </a:cubicBezTo>
                <a:cubicBezTo>
                  <a:pt x="1759230" y="9249"/>
                  <a:pt x="1653348" y="1355"/>
                  <a:pt x="1653348" y="1355"/>
                </a:cubicBezTo>
                <a:cubicBezTo>
                  <a:pt x="1632748" y="1693"/>
                  <a:pt x="1303595" y="0"/>
                  <a:pt x="1177098" y="14055"/>
                </a:cubicBezTo>
                <a:cubicBezTo>
                  <a:pt x="1168424" y="15019"/>
                  <a:pt x="1160217" y="18512"/>
                  <a:pt x="1151698" y="20405"/>
                </a:cubicBezTo>
                <a:cubicBezTo>
                  <a:pt x="1141162" y="22746"/>
                  <a:pt x="1130567" y="24824"/>
                  <a:pt x="1119948" y="26755"/>
                </a:cubicBezTo>
                <a:cubicBezTo>
                  <a:pt x="1107280" y="29058"/>
                  <a:pt x="1094503" y="30732"/>
                  <a:pt x="1081848" y="33105"/>
                </a:cubicBezTo>
                <a:cubicBezTo>
                  <a:pt x="1060632" y="37083"/>
                  <a:pt x="1039767" y="43128"/>
                  <a:pt x="1018348" y="45805"/>
                </a:cubicBezTo>
                <a:cubicBezTo>
                  <a:pt x="1001415" y="47922"/>
                  <a:pt x="984381" y="49350"/>
                  <a:pt x="967548" y="52155"/>
                </a:cubicBezTo>
                <a:cubicBezTo>
                  <a:pt x="958940" y="53590"/>
                  <a:pt x="950734" y="56944"/>
                  <a:pt x="942148" y="58505"/>
                </a:cubicBezTo>
                <a:cubicBezTo>
                  <a:pt x="927422" y="61182"/>
                  <a:pt x="912515" y="62738"/>
                  <a:pt x="897698" y="64855"/>
                </a:cubicBezTo>
                <a:cubicBezTo>
                  <a:pt x="855447" y="85981"/>
                  <a:pt x="889787" y="71595"/>
                  <a:pt x="840548" y="83905"/>
                </a:cubicBezTo>
                <a:cubicBezTo>
                  <a:pt x="834054" y="85528"/>
                  <a:pt x="827934" y="88416"/>
                  <a:pt x="821498" y="90255"/>
                </a:cubicBezTo>
                <a:cubicBezTo>
                  <a:pt x="813107" y="92653"/>
                  <a:pt x="804457" y="94097"/>
                  <a:pt x="796098" y="96605"/>
                </a:cubicBezTo>
                <a:cubicBezTo>
                  <a:pt x="783276" y="100452"/>
                  <a:pt x="770820" y="105458"/>
                  <a:pt x="757998" y="109305"/>
                </a:cubicBezTo>
                <a:cubicBezTo>
                  <a:pt x="749639" y="111813"/>
                  <a:pt x="740770" y="112591"/>
                  <a:pt x="732598" y="115655"/>
                </a:cubicBezTo>
                <a:cubicBezTo>
                  <a:pt x="723735" y="118979"/>
                  <a:pt x="716061" y="125031"/>
                  <a:pt x="707198" y="128355"/>
                </a:cubicBezTo>
                <a:cubicBezTo>
                  <a:pt x="679484" y="138748"/>
                  <a:pt x="686872" y="130090"/>
                  <a:pt x="662748" y="141055"/>
                </a:cubicBezTo>
                <a:cubicBezTo>
                  <a:pt x="591119" y="173614"/>
                  <a:pt x="636318" y="160362"/>
                  <a:pt x="586548" y="172805"/>
                </a:cubicBezTo>
                <a:cubicBezTo>
                  <a:pt x="541653" y="202735"/>
                  <a:pt x="597232" y="165173"/>
                  <a:pt x="542098" y="204555"/>
                </a:cubicBezTo>
                <a:cubicBezTo>
                  <a:pt x="535888" y="208991"/>
                  <a:pt x="529153" y="212676"/>
                  <a:pt x="523048" y="217255"/>
                </a:cubicBezTo>
                <a:cubicBezTo>
                  <a:pt x="503741" y="231735"/>
                  <a:pt x="485027" y="246990"/>
                  <a:pt x="465898" y="261705"/>
                </a:cubicBezTo>
                <a:cubicBezTo>
                  <a:pt x="457509" y="268158"/>
                  <a:pt x="447982" y="273271"/>
                  <a:pt x="440498" y="280755"/>
                </a:cubicBezTo>
                <a:lnTo>
                  <a:pt x="389698" y="331555"/>
                </a:lnTo>
                <a:cubicBezTo>
                  <a:pt x="381231" y="340022"/>
                  <a:pt x="375008" y="351600"/>
                  <a:pt x="364298" y="356955"/>
                </a:cubicBezTo>
                <a:lnTo>
                  <a:pt x="338898" y="369655"/>
                </a:lnTo>
                <a:cubicBezTo>
                  <a:pt x="326411" y="388386"/>
                  <a:pt x="325483" y="392476"/>
                  <a:pt x="307148" y="407755"/>
                </a:cubicBezTo>
                <a:cubicBezTo>
                  <a:pt x="301285" y="412641"/>
                  <a:pt x="293961" y="415569"/>
                  <a:pt x="288098" y="420455"/>
                </a:cubicBezTo>
                <a:cubicBezTo>
                  <a:pt x="239205" y="461199"/>
                  <a:pt x="297296" y="420673"/>
                  <a:pt x="249998" y="452205"/>
                </a:cubicBezTo>
                <a:cubicBezTo>
                  <a:pt x="245765" y="458555"/>
                  <a:pt x="243041" y="466229"/>
                  <a:pt x="237298" y="471255"/>
                </a:cubicBezTo>
                <a:cubicBezTo>
                  <a:pt x="225811" y="481306"/>
                  <a:pt x="211898" y="488188"/>
                  <a:pt x="199198" y="496655"/>
                </a:cubicBezTo>
                <a:cubicBezTo>
                  <a:pt x="192848" y="500888"/>
                  <a:pt x="186974" y="505942"/>
                  <a:pt x="180148" y="509355"/>
                </a:cubicBezTo>
                <a:cubicBezTo>
                  <a:pt x="171681" y="513588"/>
                  <a:pt x="162451" y="516553"/>
                  <a:pt x="154748" y="522055"/>
                </a:cubicBezTo>
                <a:cubicBezTo>
                  <a:pt x="136543" y="535058"/>
                  <a:pt x="137866" y="545848"/>
                  <a:pt x="116648" y="553805"/>
                </a:cubicBezTo>
                <a:cubicBezTo>
                  <a:pt x="106542" y="557595"/>
                  <a:pt x="95481" y="558038"/>
                  <a:pt x="84898" y="560155"/>
                </a:cubicBezTo>
                <a:cubicBezTo>
                  <a:pt x="72198" y="568622"/>
                  <a:pt x="61278" y="580728"/>
                  <a:pt x="46798" y="585555"/>
                </a:cubicBezTo>
                <a:cubicBezTo>
                  <a:pt x="40448" y="587672"/>
                  <a:pt x="33735" y="588912"/>
                  <a:pt x="27748" y="591905"/>
                </a:cubicBezTo>
                <a:cubicBezTo>
                  <a:pt x="0" y="605779"/>
                  <a:pt x="18254" y="604605"/>
                  <a:pt x="2348" y="60460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 rot="10800000">
            <a:off x="1428728" y="3000372"/>
            <a:ext cx="357190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43042" y="3080563"/>
            <a:ext cx="45400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이벤트를 발생시킨 대상을 찾아서 </a:t>
            </a:r>
            <a:r>
              <a:rPr lang="en-US" altLang="ko-KR" sz="1200" dirty="0" smtClean="0"/>
              <a:t>&lt;input type=“file” </a:t>
            </a:r>
            <a:r>
              <a:rPr lang="ko-KR" altLang="en-US" sz="1200" dirty="0" smtClean="0"/>
              <a:t>을 얻는다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1339850" y="2971800"/>
            <a:ext cx="768350" cy="6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rot="10800000">
            <a:off x="2786050" y="3000372"/>
            <a:ext cx="2000264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2178050" y="2959100"/>
            <a:ext cx="641350" cy="6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4095750" y="3143248"/>
            <a:ext cx="12319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자유형 20"/>
          <p:cNvSpPr/>
          <p:nvPr/>
        </p:nvSpPr>
        <p:spPr>
          <a:xfrm>
            <a:off x="2870200" y="2252603"/>
            <a:ext cx="783919" cy="2286030"/>
          </a:xfrm>
          <a:custGeom>
            <a:avLst/>
            <a:gdLst>
              <a:gd name="connsiteX0" fmla="*/ 781050 w 783919"/>
              <a:gd name="connsiteY0" fmla="*/ 14347 h 2286030"/>
              <a:gd name="connsiteX1" fmla="*/ 768350 w 783919"/>
              <a:gd name="connsiteY1" fmla="*/ 77847 h 2286030"/>
              <a:gd name="connsiteX2" fmla="*/ 755650 w 783919"/>
              <a:gd name="connsiteY2" fmla="*/ 122297 h 2286030"/>
              <a:gd name="connsiteX3" fmla="*/ 742950 w 783919"/>
              <a:gd name="connsiteY3" fmla="*/ 185797 h 2286030"/>
              <a:gd name="connsiteX4" fmla="*/ 730250 w 783919"/>
              <a:gd name="connsiteY4" fmla="*/ 268347 h 2286030"/>
              <a:gd name="connsiteX5" fmla="*/ 723900 w 783919"/>
              <a:gd name="connsiteY5" fmla="*/ 287397 h 2286030"/>
              <a:gd name="connsiteX6" fmla="*/ 717550 w 783919"/>
              <a:gd name="connsiteY6" fmla="*/ 350897 h 2286030"/>
              <a:gd name="connsiteX7" fmla="*/ 711200 w 783919"/>
              <a:gd name="connsiteY7" fmla="*/ 376297 h 2286030"/>
              <a:gd name="connsiteX8" fmla="*/ 704850 w 783919"/>
              <a:gd name="connsiteY8" fmla="*/ 414397 h 2286030"/>
              <a:gd name="connsiteX9" fmla="*/ 692150 w 783919"/>
              <a:gd name="connsiteY9" fmla="*/ 490597 h 2286030"/>
              <a:gd name="connsiteX10" fmla="*/ 685800 w 783919"/>
              <a:gd name="connsiteY10" fmla="*/ 535047 h 2286030"/>
              <a:gd name="connsiteX11" fmla="*/ 673100 w 783919"/>
              <a:gd name="connsiteY11" fmla="*/ 566797 h 2286030"/>
              <a:gd name="connsiteX12" fmla="*/ 666750 w 783919"/>
              <a:gd name="connsiteY12" fmla="*/ 623947 h 2286030"/>
              <a:gd name="connsiteX13" fmla="*/ 654050 w 783919"/>
              <a:gd name="connsiteY13" fmla="*/ 674747 h 2286030"/>
              <a:gd name="connsiteX14" fmla="*/ 641350 w 783919"/>
              <a:gd name="connsiteY14" fmla="*/ 731897 h 2286030"/>
              <a:gd name="connsiteX15" fmla="*/ 628650 w 783919"/>
              <a:gd name="connsiteY15" fmla="*/ 769997 h 2286030"/>
              <a:gd name="connsiteX16" fmla="*/ 622300 w 783919"/>
              <a:gd name="connsiteY16" fmla="*/ 801747 h 2286030"/>
              <a:gd name="connsiteX17" fmla="*/ 615950 w 783919"/>
              <a:gd name="connsiteY17" fmla="*/ 839847 h 2286030"/>
              <a:gd name="connsiteX18" fmla="*/ 609600 w 783919"/>
              <a:gd name="connsiteY18" fmla="*/ 865247 h 2286030"/>
              <a:gd name="connsiteX19" fmla="*/ 603250 w 783919"/>
              <a:gd name="connsiteY19" fmla="*/ 903347 h 2286030"/>
              <a:gd name="connsiteX20" fmla="*/ 590550 w 783919"/>
              <a:gd name="connsiteY20" fmla="*/ 941447 h 2286030"/>
              <a:gd name="connsiteX21" fmla="*/ 584200 w 783919"/>
              <a:gd name="connsiteY21" fmla="*/ 973197 h 2286030"/>
              <a:gd name="connsiteX22" fmla="*/ 571500 w 783919"/>
              <a:gd name="connsiteY22" fmla="*/ 1004947 h 2286030"/>
              <a:gd name="connsiteX23" fmla="*/ 546100 w 783919"/>
              <a:gd name="connsiteY23" fmla="*/ 1074797 h 2286030"/>
              <a:gd name="connsiteX24" fmla="*/ 539750 w 783919"/>
              <a:gd name="connsiteY24" fmla="*/ 1125597 h 2286030"/>
              <a:gd name="connsiteX25" fmla="*/ 527050 w 783919"/>
              <a:gd name="connsiteY25" fmla="*/ 1150997 h 2286030"/>
              <a:gd name="connsiteX26" fmla="*/ 520700 w 783919"/>
              <a:gd name="connsiteY26" fmla="*/ 1170047 h 2286030"/>
              <a:gd name="connsiteX27" fmla="*/ 508000 w 783919"/>
              <a:gd name="connsiteY27" fmla="*/ 1214497 h 2286030"/>
              <a:gd name="connsiteX28" fmla="*/ 482600 w 783919"/>
              <a:gd name="connsiteY28" fmla="*/ 1265297 h 2286030"/>
              <a:gd name="connsiteX29" fmla="*/ 476250 w 783919"/>
              <a:gd name="connsiteY29" fmla="*/ 1284347 h 2286030"/>
              <a:gd name="connsiteX30" fmla="*/ 469900 w 783919"/>
              <a:gd name="connsiteY30" fmla="*/ 1309747 h 2286030"/>
              <a:gd name="connsiteX31" fmla="*/ 450850 w 783919"/>
              <a:gd name="connsiteY31" fmla="*/ 1354197 h 2286030"/>
              <a:gd name="connsiteX32" fmla="*/ 431800 w 783919"/>
              <a:gd name="connsiteY32" fmla="*/ 1379597 h 2286030"/>
              <a:gd name="connsiteX33" fmla="*/ 400050 w 783919"/>
              <a:gd name="connsiteY33" fmla="*/ 1455797 h 2286030"/>
              <a:gd name="connsiteX34" fmla="*/ 381000 w 783919"/>
              <a:gd name="connsiteY34" fmla="*/ 1506597 h 2286030"/>
              <a:gd name="connsiteX35" fmla="*/ 355600 w 783919"/>
              <a:gd name="connsiteY35" fmla="*/ 1551047 h 2286030"/>
              <a:gd name="connsiteX36" fmla="*/ 342900 w 783919"/>
              <a:gd name="connsiteY36" fmla="*/ 1589147 h 2286030"/>
              <a:gd name="connsiteX37" fmla="*/ 304800 w 783919"/>
              <a:gd name="connsiteY37" fmla="*/ 1652647 h 2286030"/>
              <a:gd name="connsiteX38" fmla="*/ 292100 w 783919"/>
              <a:gd name="connsiteY38" fmla="*/ 1678047 h 2286030"/>
              <a:gd name="connsiteX39" fmla="*/ 273050 w 783919"/>
              <a:gd name="connsiteY39" fmla="*/ 1703447 h 2286030"/>
              <a:gd name="connsiteX40" fmla="*/ 254000 w 783919"/>
              <a:gd name="connsiteY40" fmla="*/ 1754247 h 2286030"/>
              <a:gd name="connsiteX41" fmla="*/ 228600 w 783919"/>
              <a:gd name="connsiteY41" fmla="*/ 1811397 h 2286030"/>
              <a:gd name="connsiteX42" fmla="*/ 215900 w 783919"/>
              <a:gd name="connsiteY42" fmla="*/ 1830447 h 2286030"/>
              <a:gd name="connsiteX43" fmla="*/ 196850 w 783919"/>
              <a:gd name="connsiteY43" fmla="*/ 1874897 h 2286030"/>
              <a:gd name="connsiteX44" fmla="*/ 165100 w 783919"/>
              <a:gd name="connsiteY44" fmla="*/ 1919347 h 2286030"/>
              <a:gd name="connsiteX45" fmla="*/ 152400 w 783919"/>
              <a:gd name="connsiteY45" fmla="*/ 1957447 h 2286030"/>
              <a:gd name="connsiteX46" fmla="*/ 133350 w 783919"/>
              <a:gd name="connsiteY46" fmla="*/ 1995547 h 2286030"/>
              <a:gd name="connsiteX47" fmla="*/ 107950 w 783919"/>
              <a:gd name="connsiteY47" fmla="*/ 2046347 h 2286030"/>
              <a:gd name="connsiteX48" fmla="*/ 82550 w 783919"/>
              <a:gd name="connsiteY48" fmla="*/ 2084447 h 2286030"/>
              <a:gd name="connsiteX49" fmla="*/ 76200 w 783919"/>
              <a:gd name="connsiteY49" fmla="*/ 2103497 h 2286030"/>
              <a:gd name="connsiteX50" fmla="*/ 50800 w 783919"/>
              <a:gd name="connsiteY50" fmla="*/ 2141597 h 2286030"/>
              <a:gd name="connsiteX51" fmla="*/ 31750 w 783919"/>
              <a:gd name="connsiteY51" fmla="*/ 2179697 h 2286030"/>
              <a:gd name="connsiteX52" fmla="*/ 19050 w 783919"/>
              <a:gd name="connsiteY52" fmla="*/ 2217797 h 2286030"/>
              <a:gd name="connsiteX53" fmla="*/ 12700 w 783919"/>
              <a:gd name="connsiteY53" fmla="*/ 2236847 h 2286030"/>
              <a:gd name="connsiteX54" fmla="*/ 6350 w 783919"/>
              <a:gd name="connsiteY54" fmla="*/ 2255897 h 2286030"/>
              <a:gd name="connsiteX55" fmla="*/ 0 w 783919"/>
              <a:gd name="connsiteY55" fmla="*/ 2281297 h 2286030"/>
              <a:gd name="connsiteX56" fmla="*/ 6350 w 783919"/>
              <a:gd name="connsiteY56" fmla="*/ 2268597 h 228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83919" h="2286030">
                <a:moveTo>
                  <a:pt x="781050" y="14347"/>
                </a:moveTo>
                <a:cubicBezTo>
                  <a:pt x="766301" y="73345"/>
                  <a:pt x="783919" y="0"/>
                  <a:pt x="768350" y="77847"/>
                </a:cubicBezTo>
                <a:cubicBezTo>
                  <a:pt x="748581" y="176691"/>
                  <a:pt x="773806" y="43619"/>
                  <a:pt x="755650" y="122297"/>
                </a:cubicBezTo>
                <a:cubicBezTo>
                  <a:pt x="750796" y="143330"/>
                  <a:pt x="746003" y="164428"/>
                  <a:pt x="742950" y="185797"/>
                </a:cubicBezTo>
                <a:cubicBezTo>
                  <a:pt x="740924" y="199976"/>
                  <a:pt x="733774" y="252488"/>
                  <a:pt x="730250" y="268347"/>
                </a:cubicBezTo>
                <a:cubicBezTo>
                  <a:pt x="728798" y="274881"/>
                  <a:pt x="726017" y="281047"/>
                  <a:pt x="723900" y="287397"/>
                </a:cubicBezTo>
                <a:cubicBezTo>
                  <a:pt x="721783" y="308564"/>
                  <a:pt x="720558" y="329839"/>
                  <a:pt x="717550" y="350897"/>
                </a:cubicBezTo>
                <a:cubicBezTo>
                  <a:pt x="716316" y="359537"/>
                  <a:pt x="712912" y="367739"/>
                  <a:pt x="711200" y="376297"/>
                </a:cubicBezTo>
                <a:cubicBezTo>
                  <a:pt x="708675" y="388922"/>
                  <a:pt x="706552" y="401635"/>
                  <a:pt x="704850" y="414397"/>
                </a:cubicBezTo>
                <a:cubicBezTo>
                  <a:pt x="695398" y="485289"/>
                  <a:pt x="705386" y="450888"/>
                  <a:pt x="692150" y="490597"/>
                </a:cubicBezTo>
                <a:cubicBezTo>
                  <a:pt x="690033" y="505414"/>
                  <a:pt x="689430" y="520527"/>
                  <a:pt x="685800" y="535047"/>
                </a:cubicBezTo>
                <a:cubicBezTo>
                  <a:pt x="683035" y="546105"/>
                  <a:pt x="675488" y="555651"/>
                  <a:pt x="673100" y="566797"/>
                </a:cubicBezTo>
                <a:cubicBezTo>
                  <a:pt x="669084" y="585539"/>
                  <a:pt x="670081" y="605071"/>
                  <a:pt x="666750" y="623947"/>
                </a:cubicBezTo>
                <a:cubicBezTo>
                  <a:pt x="663717" y="641136"/>
                  <a:pt x="657473" y="657631"/>
                  <a:pt x="654050" y="674747"/>
                </a:cubicBezTo>
                <a:cubicBezTo>
                  <a:pt x="650425" y="692874"/>
                  <a:pt x="646731" y="713962"/>
                  <a:pt x="641350" y="731897"/>
                </a:cubicBezTo>
                <a:cubicBezTo>
                  <a:pt x="637503" y="744719"/>
                  <a:pt x="631275" y="756870"/>
                  <a:pt x="628650" y="769997"/>
                </a:cubicBezTo>
                <a:cubicBezTo>
                  <a:pt x="626533" y="780580"/>
                  <a:pt x="624231" y="791128"/>
                  <a:pt x="622300" y="801747"/>
                </a:cubicBezTo>
                <a:cubicBezTo>
                  <a:pt x="619997" y="814415"/>
                  <a:pt x="618475" y="827222"/>
                  <a:pt x="615950" y="839847"/>
                </a:cubicBezTo>
                <a:cubicBezTo>
                  <a:pt x="614238" y="848405"/>
                  <a:pt x="611312" y="856689"/>
                  <a:pt x="609600" y="865247"/>
                </a:cubicBezTo>
                <a:cubicBezTo>
                  <a:pt x="607075" y="877872"/>
                  <a:pt x="606373" y="890856"/>
                  <a:pt x="603250" y="903347"/>
                </a:cubicBezTo>
                <a:cubicBezTo>
                  <a:pt x="600003" y="916334"/>
                  <a:pt x="593175" y="928320"/>
                  <a:pt x="590550" y="941447"/>
                </a:cubicBezTo>
                <a:cubicBezTo>
                  <a:pt x="588433" y="952030"/>
                  <a:pt x="587301" y="962859"/>
                  <a:pt x="584200" y="973197"/>
                </a:cubicBezTo>
                <a:cubicBezTo>
                  <a:pt x="580925" y="984115"/>
                  <a:pt x="574775" y="994029"/>
                  <a:pt x="571500" y="1004947"/>
                </a:cubicBezTo>
                <a:cubicBezTo>
                  <a:pt x="550947" y="1073457"/>
                  <a:pt x="584999" y="997000"/>
                  <a:pt x="546100" y="1074797"/>
                </a:cubicBezTo>
                <a:cubicBezTo>
                  <a:pt x="543983" y="1091730"/>
                  <a:pt x="543889" y="1109041"/>
                  <a:pt x="539750" y="1125597"/>
                </a:cubicBezTo>
                <a:cubicBezTo>
                  <a:pt x="537454" y="1134780"/>
                  <a:pt x="530779" y="1142296"/>
                  <a:pt x="527050" y="1150997"/>
                </a:cubicBezTo>
                <a:cubicBezTo>
                  <a:pt x="524413" y="1157149"/>
                  <a:pt x="522539" y="1163611"/>
                  <a:pt x="520700" y="1170047"/>
                </a:cubicBezTo>
                <a:cubicBezTo>
                  <a:pt x="516969" y="1183105"/>
                  <a:pt x="513856" y="1201614"/>
                  <a:pt x="508000" y="1214497"/>
                </a:cubicBezTo>
                <a:cubicBezTo>
                  <a:pt x="500166" y="1231732"/>
                  <a:pt x="488587" y="1247336"/>
                  <a:pt x="482600" y="1265297"/>
                </a:cubicBezTo>
                <a:cubicBezTo>
                  <a:pt x="480483" y="1271647"/>
                  <a:pt x="478089" y="1277911"/>
                  <a:pt x="476250" y="1284347"/>
                </a:cubicBezTo>
                <a:cubicBezTo>
                  <a:pt x="473852" y="1292738"/>
                  <a:pt x="472882" y="1301545"/>
                  <a:pt x="469900" y="1309747"/>
                </a:cubicBezTo>
                <a:cubicBezTo>
                  <a:pt x="464391" y="1324897"/>
                  <a:pt x="458569" y="1340045"/>
                  <a:pt x="450850" y="1354197"/>
                </a:cubicBezTo>
                <a:cubicBezTo>
                  <a:pt x="445782" y="1363488"/>
                  <a:pt x="438150" y="1371130"/>
                  <a:pt x="431800" y="1379597"/>
                </a:cubicBezTo>
                <a:cubicBezTo>
                  <a:pt x="410337" y="1443987"/>
                  <a:pt x="423889" y="1420039"/>
                  <a:pt x="400050" y="1455797"/>
                </a:cubicBezTo>
                <a:cubicBezTo>
                  <a:pt x="393105" y="1483577"/>
                  <a:pt x="395758" y="1480770"/>
                  <a:pt x="381000" y="1506597"/>
                </a:cubicBezTo>
                <a:cubicBezTo>
                  <a:pt x="365726" y="1533326"/>
                  <a:pt x="368393" y="1519065"/>
                  <a:pt x="355600" y="1551047"/>
                </a:cubicBezTo>
                <a:cubicBezTo>
                  <a:pt x="350628" y="1563476"/>
                  <a:pt x="349788" y="1577668"/>
                  <a:pt x="342900" y="1589147"/>
                </a:cubicBezTo>
                <a:cubicBezTo>
                  <a:pt x="330200" y="1610314"/>
                  <a:pt x="315839" y="1630569"/>
                  <a:pt x="304800" y="1652647"/>
                </a:cubicBezTo>
                <a:cubicBezTo>
                  <a:pt x="300567" y="1661114"/>
                  <a:pt x="297117" y="1670020"/>
                  <a:pt x="292100" y="1678047"/>
                </a:cubicBezTo>
                <a:cubicBezTo>
                  <a:pt x="286491" y="1687022"/>
                  <a:pt x="279400" y="1694980"/>
                  <a:pt x="273050" y="1703447"/>
                </a:cubicBezTo>
                <a:cubicBezTo>
                  <a:pt x="262217" y="1746777"/>
                  <a:pt x="272975" y="1711554"/>
                  <a:pt x="254000" y="1754247"/>
                </a:cubicBezTo>
                <a:cubicBezTo>
                  <a:pt x="240392" y="1784865"/>
                  <a:pt x="244232" y="1784041"/>
                  <a:pt x="228600" y="1811397"/>
                </a:cubicBezTo>
                <a:cubicBezTo>
                  <a:pt x="224814" y="1818023"/>
                  <a:pt x="219313" y="1823621"/>
                  <a:pt x="215900" y="1830447"/>
                </a:cubicBezTo>
                <a:cubicBezTo>
                  <a:pt x="194295" y="1873657"/>
                  <a:pt x="229884" y="1822043"/>
                  <a:pt x="196850" y="1874897"/>
                </a:cubicBezTo>
                <a:cubicBezTo>
                  <a:pt x="193242" y="1880670"/>
                  <a:pt x="169233" y="1910047"/>
                  <a:pt x="165100" y="1919347"/>
                </a:cubicBezTo>
                <a:cubicBezTo>
                  <a:pt x="159663" y="1931580"/>
                  <a:pt x="159826" y="1946308"/>
                  <a:pt x="152400" y="1957447"/>
                </a:cubicBezTo>
                <a:cubicBezTo>
                  <a:pt x="124568" y="1999195"/>
                  <a:pt x="152129" y="1954234"/>
                  <a:pt x="133350" y="1995547"/>
                </a:cubicBezTo>
                <a:cubicBezTo>
                  <a:pt x="125516" y="2012782"/>
                  <a:pt x="118452" y="2030595"/>
                  <a:pt x="107950" y="2046347"/>
                </a:cubicBezTo>
                <a:cubicBezTo>
                  <a:pt x="99483" y="2059047"/>
                  <a:pt x="87377" y="2069967"/>
                  <a:pt x="82550" y="2084447"/>
                </a:cubicBezTo>
                <a:cubicBezTo>
                  <a:pt x="80433" y="2090797"/>
                  <a:pt x="79451" y="2097646"/>
                  <a:pt x="76200" y="2103497"/>
                </a:cubicBezTo>
                <a:cubicBezTo>
                  <a:pt x="68787" y="2116840"/>
                  <a:pt x="55627" y="2127117"/>
                  <a:pt x="50800" y="2141597"/>
                </a:cubicBezTo>
                <a:cubicBezTo>
                  <a:pt x="27642" y="2211072"/>
                  <a:pt x="64576" y="2105839"/>
                  <a:pt x="31750" y="2179697"/>
                </a:cubicBezTo>
                <a:cubicBezTo>
                  <a:pt x="26313" y="2191930"/>
                  <a:pt x="23283" y="2205097"/>
                  <a:pt x="19050" y="2217797"/>
                </a:cubicBezTo>
                <a:lnTo>
                  <a:pt x="12700" y="2236847"/>
                </a:lnTo>
                <a:cubicBezTo>
                  <a:pt x="10583" y="2243197"/>
                  <a:pt x="7973" y="2249403"/>
                  <a:pt x="6350" y="2255897"/>
                </a:cubicBezTo>
                <a:cubicBezTo>
                  <a:pt x="4233" y="2264364"/>
                  <a:pt x="0" y="2272570"/>
                  <a:pt x="0" y="2281297"/>
                </a:cubicBezTo>
                <a:cubicBezTo>
                  <a:pt x="0" y="2286030"/>
                  <a:pt x="4233" y="2272830"/>
                  <a:pt x="6350" y="2268597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 21"/>
          <p:cNvSpPr/>
          <p:nvPr/>
        </p:nvSpPr>
        <p:spPr>
          <a:xfrm>
            <a:off x="-88900" y="2940050"/>
            <a:ext cx="2963833" cy="3403600"/>
          </a:xfrm>
          <a:custGeom>
            <a:avLst/>
            <a:gdLst>
              <a:gd name="connsiteX0" fmla="*/ 1047750 w 2963833"/>
              <a:gd name="connsiteY0" fmla="*/ 0 h 3403600"/>
              <a:gd name="connsiteX1" fmla="*/ 1022350 w 2963833"/>
              <a:gd name="connsiteY1" fmla="*/ 12700 h 3403600"/>
              <a:gd name="connsiteX2" fmla="*/ 977900 w 2963833"/>
              <a:gd name="connsiteY2" fmla="*/ 69850 h 3403600"/>
              <a:gd name="connsiteX3" fmla="*/ 958850 w 2963833"/>
              <a:gd name="connsiteY3" fmla="*/ 101600 h 3403600"/>
              <a:gd name="connsiteX4" fmla="*/ 939800 w 2963833"/>
              <a:gd name="connsiteY4" fmla="*/ 114300 h 3403600"/>
              <a:gd name="connsiteX5" fmla="*/ 920750 w 2963833"/>
              <a:gd name="connsiteY5" fmla="*/ 139700 h 3403600"/>
              <a:gd name="connsiteX6" fmla="*/ 901700 w 2963833"/>
              <a:gd name="connsiteY6" fmla="*/ 152400 h 3403600"/>
              <a:gd name="connsiteX7" fmla="*/ 863600 w 2963833"/>
              <a:gd name="connsiteY7" fmla="*/ 190500 h 3403600"/>
              <a:gd name="connsiteX8" fmla="*/ 800100 w 2963833"/>
              <a:gd name="connsiteY8" fmla="*/ 254000 h 3403600"/>
              <a:gd name="connsiteX9" fmla="*/ 685800 w 2963833"/>
              <a:gd name="connsiteY9" fmla="*/ 342900 h 3403600"/>
              <a:gd name="connsiteX10" fmla="*/ 685800 w 2963833"/>
              <a:gd name="connsiteY10" fmla="*/ 342900 h 3403600"/>
              <a:gd name="connsiteX11" fmla="*/ 641350 w 2963833"/>
              <a:gd name="connsiteY11" fmla="*/ 381000 h 3403600"/>
              <a:gd name="connsiteX12" fmla="*/ 609600 w 2963833"/>
              <a:gd name="connsiteY12" fmla="*/ 412750 h 3403600"/>
              <a:gd name="connsiteX13" fmla="*/ 571500 w 2963833"/>
              <a:gd name="connsiteY13" fmla="*/ 444500 h 3403600"/>
              <a:gd name="connsiteX14" fmla="*/ 539750 w 2963833"/>
              <a:gd name="connsiteY14" fmla="*/ 476250 h 3403600"/>
              <a:gd name="connsiteX15" fmla="*/ 501650 w 2963833"/>
              <a:gd name="connsiteY15" fmla="*/ 508000 h 3403600"/>
              <a:gd name="connsiteX16" fmla="*/ 374650 w 2963833"/>
              <a:gd name="connsiteY16" fmla="*/ 635000 h 3403600"/>
              <a:gd name="connsiteX17" fmla="*/ 342900 w 2963833"/>
              <a:gd name="connsiteY17" fmla="*/ 666750 h 3403600"/>
              <a:gd name="connsiteX18" fmla="*/ 311150 w 2963833"/>
              <a:gd name="connsiteY18" fmla="*/ 692150 h 3403600"/>
              <a:gd name="connsiteX19" fmla="*/ 279400 w 2963833"/>
              <a:gd name="connsiteY19" fmla="*/ 723900 h 3403600"/>
              <a:gd name="connsiteX20" fmla="*/ 266700 w 2963833"/>
              <a:gd name="connsiteY20" fmla="*/ 742950 h 3403600"/>
              <a:gd name="connsiteX21" fmla="*/ 241300 w 2963833"/>
              <a:gd name="connsiteY21" fmla="*/ 762000 h 3403600"/>
              <a:gd name="connsiteX22" fmla="*/ 215900 w 2963833"/>
              <a:gd name="connsiteY22" fmla="*/ 800100 h 3403600"/>
              <a:gd name="connsiteX23" fmla="*/ 209550 w 2963833"/>
              <a:gd name="connsiteY23" fmla="*/ 819150 h 3403600"/>
              <a:gd name="connsiteX24" fmla="*/ 171450 w 2963833"/>
              <a:gd name="connsiteY24" fmla="*/ 869950 h 3403600"/>
              <a:gd name="connsiteX25" fmla="*/ 139700 w 2963833"/>
              <a:gd name="connsiteY25" fmla="*/ 920750 h 3403600"/>
              <a:gd name="connsiteX26" fmla="*/ 114300 w 2963833"/>
              <a:gd name="connsiteY26" fmla="*/ 971550 h 3403600"/>
              <a:gd name="connsiteX27" fmla="*/ 82550 w 2963833"/>
              <a:gd name="connsiteY27" fmla="*/ 1022350 h 3403600"/>
              <a:gd name="connsiteX28" fmla="*/ 63500 w 2963833"/>
              <a:gd name="connsiteY28" fmla="*/ 1079500 h 3403600"/>
              <a:gd name="connsiteX29" fmla="*/ 50800 w 2963833"/>
              <a:gd name="connsiteY29" fmla="*/ 1123950 h 3403600"/>
              <a:gd name="connsiteX30" fmla="*/ 38100 w 2963833"/>
              <a:gd name="connsiteY30" fmla="*/ 1174750 h 3403600"/>
              <a:gd name="connsiteX31" fmla="*/ 25400 w 2963833"/>
              <a:gd name="connsiteY31" fmla="*/ 1206500 h 3403600"/>
              <a:gd name="connsiteX32" fmla="*/ 19050 w 2963833"/>
              <a:gd name="connsiteY32" fmla="*/ 1263650 h 3403600"/>
              <a:gd name="connsiteX33" fmla="*/ 6350 w 2963833"/>
              <a:gd name="connsiteY33" fmla="*/ 1289050 h 3403600"/>
              <a:gd name="connsiteX34" fmla="*/ 0 w 2963833"/>
              <a:gd name="connsiteY34" fmla="*/ 1333500 h 3403600"/>
              <a:gd name="connsiteX35" fmla="*/ 6350 w 2963833"/>
              <a:gd name="connsiteY35" fmla="*/ 1784350 h 3403600"/>
              <a:gd name="connsiteX36" fmla="*/ 12700 w 2963833"/>
              <a:gd name="connsiteY36" fmla="*/ 1809750 h 3403600"/>
              <a:gd name="connsiteX37" fmla="*/ 19050 w 2963833"/>
              <a:gd name="connsiteY37" fmla="*/ 1847850 h 3403600"/>
              <a:gd name="connsiteX38" fmla="*/ 25400 w 2963833"/>
              <a:gd name="connsiteY38" fmla="*/ 1924050 h 3403600"/>
              <a:gd name="connsiteX39" fmla="*/ 31750 w 2963833"/>
              <a:gd name="connsiteY39" fmla="*/ 1962150 h 3403600"/>
              <a:gd name="connsiteX40" fmla="*/ 38100 w 2963833"/>
              <a:gd name="connsiteY40" fmla="*/ 2025650 h 3403600"/>
              <a:gd name="connsiteX41" fmla="*/ 50800 w 2963833"/>
              <a:gd name="connsiteY41" fmla="*/ 2044700 h 3403600"/>
              <a:gd name="connsiteX42" fmla="*/ 63500 w 2963833"/>
              <a:gd name="connsiteY42" fmla="*/ 2076450 h 3403600"/>
              <a:gd name="connsiteX43" fmla="*/ 82550 w 2963833"/>
              <a:gd name="connsiteY43" fmla="*/ 2139950 h 3403600"/>
              <a:gd name="connsiteX44" fmla="*/ 95250 w 2963833"/>
              <a:gd name="connsiteY44" fmla="*/ 2197100 h 3403600"/>
              <a:gd name="connsiteX45" fmla="*/ 120650 w 2963833"/>
              <a:gd name="connsiteY45" fmla="*/ 2260600 h 3403600"/>
              <a:gd name="connsiteX46" fmla="*/ 127000 w 2963833"/>
              <a:gd name="connsiteY46" fmla="*/ 2298700 h 3403600"/>
              <a:gd name="connsiteX47" fmla="*/ 139700 w 2963833"/>
              <a:gd name="connsiteY47" fmla="*/ 2336800 h 3403600"/>
              <a:gd name="connsiteX48" fmla="*/ 146050 w 2963833"/>
              <a:gd name="connsiteY48" fmla="*/ 2362200 h 3403600"/>
              <a:gd name="connsiteX49" fmla="*/ 158750 w 2963833"/>
              <a:gd name="connsiteY49" fmla="*/ 2381250 h 3403600"/>
              <a:gd name="connsiteX50" fmla="*/ 171450 w 2963833"/>
              <a:gd name="connsiteY50" fmla="*/ 2425700 h 3403600"/>
              <a:gd name="connsiteX51" fmla="*/ 177800 w 2963833"/>
              <a:gd name="connsiteY51" fmla="*/ 2451100 h 3403600"/>
              <a:gd name="connsiteX52" fmla="*/ 209550 w 2963833"/>
              <a:gd name="connsiteY52" fmla="*/ 2495550 h 3403600"/>
              <a:gd name="connsiteX53" fmla="*/ 222250 w 2963833"/>
              <a:gd name="connsiteY53" fmla="*/ 2533650 h 3403600"/>
              <a:gd name="connsiteX54" fmla="*/ 247650 w 2963833"/>
              <a:gd name="connsiteY54" fmla="*/ 2590800 h 3403600"/>
              <a:gd name="connsiteX55" fmla="*/ 266700 w 2963833"/>
              <a:gd name="connsiteY55" fmla="*/ 2622550 h 3403600"/>
              <a:gd name="connsiteX56" fmla="*/ 292100 w 2963833"/>
              <a:gd name="connsiteY56" fmla="*/ 2647950 h 3403600"/>
              <a:gd name="connsiteX57" fmla="*/ 311150 w 2963833"/>
              <a:gd name="connsiteY57" fmla="*/ 2679700 h 3403600"/>
              <a:gd name="connsiteX58" fmla="*/ 323850 w 2963833"/>
              <a:gd name="connsiteY58" fmla="*/ 2705100 h 3403600"/>
              <a:gd name="connsiteX59" fmla="*/ 349250 w 2963833"/>
              <a:gd name="connsiteY59" fmla="*/ 2730500 h 3403600"/>
              <a:gd name="connsiteX60" fmla="*/ 387350 w 2963833"/>
              <a:gd name="connsiteY60" fmla="*/ 2781300 h 3403600"/>
              <a:gd name="connsiteX61" fmla="*/ 412750 w 2963833"/>
              <a:gd name="connsiteY61" fmla="*/ 2800350 h 3403600"/>
              <a:gd name="connsiteX62" fmla="*/ 450850 w 2963833"/>
              <a:gd name="connsiteY62" fmla="*/ 2838450 h 3403600"/>
              <a:gd name="connsiteX63" fmla="*/ 463550 w 2963833"/>
              <a:gd name="connsiteY63" fmla="*/ 2863850 h 3403600"/>
              <a:gd name="connsiteX64" fmla="*/ 488950 w 2963833"/>
              <a:gd name="connsiteY64" fmla="*/ 2882900 h 3403600"/>
              <a:gd name="connsiteX65" fmla="*/ 520700 w 2963833"/>
              <a:gd name="connsiteY65" fmla="*/ 2914650 h 3403600"/>
              <a:gd name="connsiteX66" fmla="*/ 552450 w 2963833"/>
              <a:gd name="connsiteY66" fmla="*/ 2940050 h 3403600"/>
              <a:gd name="connsiteX67" fmla="*/ 603250 w 2963833"/>
              <a:gd name="connsiteY67" fmla="*/ 2978150 h 3403600"/>
              <a:gd name="connsiteX68" fmla="*/ 647700 w 2963833"/>
              <a:gd name="connsiteY68" fmla="*/ 3016250 h 3403600"/>
              <a:gd name="connsiteX69" fmla="*/ 673100 w 2963833"/>
              <a:gd name="connsiteY69" fmla="*/ 3028950 h 3403600"/>
              <a:gd name="connsiteX70" fmla="*/ 742950 w 2963833"/>
              <a:gd name="connsiteY70" fmla="*/ 3073400 h 3403600"/>
              <a:gd name="connsiteX71" fmla="*/ 781050 w 2963833"/>
              <a:gd name="connsiteY71" fmla="*/ 3092450 h 3403600"/>
              <a:gd name="connsiteX72" fmla="*/ 825500 w 2963833"/>
              <a:gd name="connsiteY72" fmla="*/ 3117850 h 3403600"/>
              <a:gd name="connsiteX73" fmla="*/ 901700 w 2963833"/>
              <a:gd name="connsiteY73" fmla="*/ 3168650 h 3403600"/>
              <a:gd name="connsiteX74" fmla="*/ 946150 w 2963833"/>
              <a:gd name="connsiteY74" fmla="*/ 3187700 h 3403600"/>
              <a:gd name="connsiteX75" fmla="*/ 984250 w 2963833"/>
              <a:gd name="connsiteY75" fmla="*/ 3213100 h 3403600"/>
              <a:gd name="connsiteX76" fmla="*/ 1073150 w 2963833"/>
              <a:gd name="connsiteY76" fmla="*/ 3257550 h 3403600"/>
              <a:gd name="connsiteX77" fmla="*/ 1136650 w 2963833"/>
              <a:gd name="connsiteY77" fmla="*/ 3289300 h 3403600"/>
              <a:gd name="connsiteX78" fmla="*/ 1250950 w 2963833"/>
              <a:gd name="connsiteY78" fmla="*/ 3327400 h 3403600"/>
              <a:gd name="connsiteX79" fmla="*/ 1314450 w 2963833"/>
              <a:gd name="connsiteY79" fmla="*/ 3340100 h 3403600"/>
              <a:gd name="connsiteX80" fmla="*/ 1365250 w 2963833"/>
              <a:gd name="connsiteY80" fmla="*/ 3359150 h 3403600"/>
              <a:gd name="connsiteX81" fmla="*/ 1454150 w 2963833"/>
              <a:gd name="connsiteY81" fmla="*/ 3371850 h 3403600"/>
              <a:gd name="connsiteX82" fmla="*/ 1524000 w 2963833"/>
              <a:gd name="connsiteY82" fmla="*/ 3390900 h 3403600"/>
              <a:gd name="connsiteX83" fmla="*/ 1612900 w 2963833"/>
              <a:gd name="connsiteY83" fmla="*/ 3403600 h 3403600"/>
              <a:gd name="connsiteX84" fmla="*/ 1765300 w 2963833"/>
              <a:gd name="connsiteY84" fmla="*/ 3397250 h 3403600"/>
              <a:gd name="connsiteX85" fmla="*/ 1816100 w 2963833"/>
              <a:gd name="connsiteY85" fmla="*/ 3390900 h 3403600"/>
              <a:gd name="connsiteX86" fmla="*/ 1905000 w 2963833"/>
              <a:gd name="connsiteY86" fmla="*/ 3378200 h 3403600"/>
              <a:gd name="connsiteX87" fmla="*/ 1949450 w 2963833"/>
              <a:gd name="connsiteY87" fmla="*/ 3371850 h 3403600"/>
              <a:gd name="connsiteX88" fmla="*/ 1981200 w 2963833"/>
              <a:gd name="connsiteY88" fmla="*/ 3365500 h 3403600"/>
              <a:gd name="connsiteX89" fmla="*/ 2057400 w 2963833"/>
              <a:gd name="connsiteY89" fmla="*/ 3340100 h 3403600"/>
              <a:gd name="connsiteX90" fmla="*/ 2082800 w 2963833"/>
              <a:gd name="connsiteY90" fmla="*/ 3333750 h 3403600"/>
              <a:gd name="connsiteX91" fmla="*/ 2120900 w 2963833"/>
              <a:gd name="connsiteY91" fmla="*/ 3327400 h 3403600"/>
              <a:gd name="connsiteX92" fmla="*/ 2139950 w 2963833"/>
              <a:gd name="connsiteY92" fmla="*/ 3321050 h 3403600"/>
              <a:gd name="connsiteX93" fmla="*/ 2184400 w 2963833"/>
              <a:gd name="connsiteY93" fmla="*/ 3308350 h 3403600"/>
              <a:gd name="connsiteX94" fmla="*/ 2209800 w 2963833"/>
              <a:gd name="connsiteY94" fmla="*/ 3295650 h 3403600"/>
              <a:gd name="connsiteX95" fmla="*/ 2241550 w 2963833"/>
              <a:gd name="connsiteY95" fmla="*/ 3289300 h 3403600"/>
              <a:gd name="connsiteX96" fmla="*/ 2292350 w 2963833"/>
              <a:gd name="connsiteY96" fmla="*/ 3270250 h 3403600"/>
              <a:gd name="connsiteX97" fmla="*/ 2343150 w 2963833"/>
              <a:gd name="connsiteY97" fmla="*/ 3244850 h 3403600"/>
              <a:gd name="connsiteX98" fmla="*/ 2381250 w 2963833"/>
              <a:gd name="connsiteY98" fmla="*/ 3232150 h 3403600"/>
              <a:gd name="connsiteX99" fmla="*/ 2425700 w 2963833"/>
              <a:gd name="connsiteY99" fmla="*/ 3206750 h 3403600"/>
              <a:gd name="connsiteX100" fmla="*/ 2444750 w 2963833"/>
              <a:gd name="connsiteY100" fmla="*/ 3194050 h 3403600"/>
              <a:gd name="connsiteX101" fmla="*/ 2476500 w 2963833"/>
              <a:gd name="connsiteY101" fmla="*/ 3181350 h 3403600"/>
              <a:gd name="connsiteX102" fmla="*/ 2501900 w 2963833"/>
              <a:gd name="connsiteY102" fmla="*/ 3162300 h 3403600"/>
              <a:gd name="connsiteX103" fmla="*/ 2533650 w 2963833"/>
              <a:gd name="connsiteY103" fmla="*/ 3143250 h 3403600"/>
              <a:gd name="connsiteX104" fmla="*/ 2571750 w 2963833"/>
              <a:gd name="connsiteY104" fmla="*/ 3117850 h 3403600"/>
              <a:gd name="connsiteX105" fmla="*/ 2609850 w 2963833"/>
              <a:gd name="connsiteY105" fmla="*/ 3086100 h 3403600"/>
              <a:gd name="connsiteX106" fmla="*/ 2635250 w 2963833"/>
              <a:gd name="connsiteY106" fmla="*/ 3060700 h 3403600"/>
              <a:gd name="connsiteX107" fmla="*/ 2667000 w 2963833"/>
              <a:gd name="connsiteY107" fmla="*/ 3041650 h 3403600"/>
              <a:gd name="connsiteX108" fmla="*/ 2692400 w 2963833"/>
              <a:gd name="connsiteY108" fmla="*/ 3016250 h 3403600"/>
              <a:gd name="connsiteX109" fmla="*/ 2724150 w 2963833"/>
              <a:gd name="connsiteY109" fmla="*/ 2990850 h 3403600"/>
              <a:gd name="connsiteX110" fmla="*/ 2749550 w 2963833"/>
              <a:gd name="connsiteY110" fmla="*/ 2959100 h 3403600"/>
              <a:gd name="connsiteX111" fmla="*/ 2774950 w 2963833"/>
              <a:gd name="connsiteY111" fmla="*/ 2940050 h 3403600"/>
              <a:gd name="connsiteX112" fmla="*/ 2800350 w 2963833"/>
              <a:gd name="connsiteY112" fmla="*/ 2908300 h 3403600"/>
              <a:gd name="connsiteX113" fmla="*/ 2838450 w 2963833"/>
              <a:gd name="connsiteY113" fmla="*/ 2870200 h 3403600"/>
              <a:gd name="connsiteX114" fmla="*/ 2870200 w 2963833"/>
              <a:gd name="connsiteY114" fmla="*/ 2832100 h 3403600"/>
              <a:gd name="connsiteX115" fmla="*/ 2895600 w 2963833"/>
              <a:gd name="connsiteY115" fmla="*/ 2787650 h 3403600"/>
              <a:gd name="connsiteX116" fmla="*/ 2914650 w 2963833"/>
              <a:gd name="connsiteY116" fmla="*/ 2768600 h 3403600"/>
              <a:gd name="connsiteX117" fmla="*/ 2927350 w 2963833"/>
              <a:gd name="connsiteY117" fmla="*/ 2743200 h 3403600"/>
              <a:gd name="connsiteX118" fmla="*/ 2952750 w 2963833"/>
              <a:gd name="connsiteY118" fmla="*/ 27051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2963833" h="3403600">
                <a:moveTo>
                  <a:pt x="1047750" y="0"/>
                </a:moveTo>
                <a:cubicBezTo>
                  <a:pt x="1039283" y="4233"/>
                  <a:pt x="1029043" y="6007"/>
                  <a:pt x="1022350" y="12700"/>
                </a:cubicBezTo>
                <a:cubicBezTo>
                  <a:pt x="1005285" y="29765"/>
                  <a:pt x="990317" y="49156"/>
                  <a:pt x="977900" y="69850"/>
                </a:cubicBezTo>
                <a:cubicBezTo>
                  <a:pt x="971550" y="80433"/>
                  <a:pt x="966882" y="92229"/>
                  <a:pt x="958850" y="101600"/>
                </a:cubicBezTo>
                <a:cubicBezTo>
                  <a:pt x="953883" y="107394"/>
                  <a:pt x="945196" y="108904"/>
                  <a:pt x="939800" y="114300"/>
                </a:cubicBezTo>
                <a:cubicBezTo>
                  <a:pt x="932316" y="121784"/>
                  <a:pt x="928234" y="132216"/>
                  <a:pt x="920750" y="139700"/>
                </a:cubicBezTo>
                <a:cubicBezTo>
                  <a:pt x="915354" y="145096"/>
                  <a:pt x="907404" y="147330"/>
                  <a:pt x="901700" y="152400"/>
                </a:cubicBezTo>
                <a:cubicBezTo>
                  <a:pt x="888276" y="164332"/>
                  <a:pt x="876300" y="177800"/>
                  <a:pt x="863600" y="190500"/>
                </a:cubicBezTo>
                <a:lnTo>
                  <a:pt x="800100" y="254000"/>
                </a:lnTo>
                <a:cubicBezTo>
                  <a:pt x="744685" y="309415"/>
                  <a:pt x="780656" y="277231"/>
                  <a:pt x="685800" y="342900"/>
                </a:cubicBezTo>
                <a:lnTo>
                  <a:pt x="685800" y="342900"/>
                </a:lnTo>
                <a:cubicBezTo>
                  <a:pt x="670983" y="355600"/>
                  <a:pt x="655735" y="367813"/>
                  <a:pt x="641350" y="381000"/>
                </a:cubicBezTo>
                <a:cubicBezTo>
                  <a:pt x="630317" y="391114"/>
                  <a:pt x="620675" y="402682"/>
                  <a:pt x="609600" y="412750"/>
                </a:cubicBezTo>
                <a:cubicBezTo>
                  <a:pt x="597368" y="423870"/>
                  <a:pt x="583732" y="433380"/>
                  <a:pt x="571500" y="444500"/>
                </a:cubicBezTo>
                <a:cubicBezTo>
                  <a:pt x="560425" y="454568"/>
                  <a:pt x="550825" y="466182"/>
                  <a:pt x="539750" y="476250"/>
                </a:cubicBezTo>
                <a:cubicBezTo>
                  <a:pt x="527518" y="487370"/>
                  <a:pt x="513669" y="496649"/>
                  <a:pt x="501650" y="508000"/>
                </a:cubicBezTo>
                <a:lnTo>
                  <a:pt x="374650" y="635000"/>
                </a:lnTo>
                <a:cubicBezTo>
                  <a:pt x="364067" y="645583"/>
                  <a:pt x="354587" y="657400"/>
                  <a:pt x="342900" y="666750"/>
                </a:cubicBezTo>
                <a:cubicBezTo>
                  <a:pt x="332317" y="675217"/>
                  <a:pt x="321224" y="683083"/>
                  <a:pt x="311150" y="692150"/>
                </a:cubicBezTo>
                <a:cubicBezTo>
                  <a:pt x="300025" y="702162"/>
                  <a:pt x="289256" y="712636"/>
                  <a:pt x="279400" y="723900"/>
                </a:cubicBezTo>
                <a:cubicBezTo>
                  <a:pt x="274374" y="729643"/>
                  <a:pt x="272096" y="737554"/>
                  <a:pt x="266700" y="742950"/>
                </a:cubicBezTo>
                <a:cubicBezTo>
                  <a:pt x="259216" y="750434"/>
                  <a:pt x="249767" y="755650"/>
                  <a:pt x="241300" y="762000"/>
                </a:cubicBezTo>
                <a:cubicBezTo>
                  <a:pt x="226717" y="820333"/>
                  <a:pt x="247793" y="760234"/>
                  <a:pt x="215900" y="800100"/>
                </a:cubicBezTo>
                <a:cubicBezTo>
                  <a:pt x="211719" y="805327"/>
                  <a:pt x="213144" y="813503"/>
                  <a:pt x="209550" y="819150"/>
                </a:cubicBezTo>
                <a:cubicBezTo>
                  <a:pt x="198186" y="837008"/>
                  <a:pt x="180916" y="851018"/>
                  <a:pt x="171450" y="869950"/>
                </a:cubicBezTo>
                <a:cubicBezTo>
                  <a:pt x="124525" y="963800"/>
                  <a:pt x="197402" y="821832"/>
                  <a:pt x="139700" y="920750"/>
                </a:cubicBezTo>
                <a:cubicBezTo>
                  <a:pt x="130161" y="937103"/>
                  <a:pt x="124040" y="955316"/>
                  <a:pt x="114300" y="971550"/>
                </a:cubicBezTo>
                <a:cubicBezTo>
                  <a:pt x="91323" y="1009844"/>
                  <a:pt x="102096" y="993031"/>
                  <a:pt x="82550" y="1022350"/>
                </a:cubicBezTo>
                <a:cubicBezTo>
                  <a:pt x="67682" y="1096688"/>
                  <a:pt x="86869" y="1015235"/>
                  <a:pt x="63500" y="1079500"/>
                </a:cubicBezTo>
                <a:cubicBezTo>
                  <a:pt x="58234" y="1093982"/>
                  <a:pt x="54770" y="1109061"/>
                  <a:pt x="50800" y="1123950"/>
                </a:cubicBezTo>
                <a:cubicBezTo>
                  <a:pt x="46303" y="1140815"/>
                  <a:pt x="44582" y="1158544"/>
                  <a:pt x="38100" y="1174750"/>
                </a:cubicBezTo>
                <a:lnTo>
                  <a:pt x="25400" y="1206500"/>
                </a:lnTo>
                <a:cubicBezTo>
                  <a:pt x="23283" y="1225550"/>
                  <a:pt x="23360" y="1244974"/>
                  <a:pt x="19050" y="1263650"/>
                </a:cubicBezTo>
                <a:cubicBezTo>
                  <a:pt x="16921" y="1272874"/>
                  <a:pt x="8841" y="1279918"/>
                  <a:pt x="6350" y="1289050"/>
                </a:cubicBezTo>
                <a:cubicBezTo>
                  <a:pt x="2412" y="1303490"/>
                  <a:pt x="2117" y="1318683"/>
                  <a:pt x="0" y="1333500"/>
                </a:cubicBezTo>
                <a:cubicBezTo>
                  <a:pt x="2117" y="1483783"/>
                  <a:pt x="2343" y="1634105"/>
                  <a:pt x="6350" y="1784350"/>
                </a:cubicBezTo>
                <a:cubicBezTo>
                  <a:pt x="6583" y="1793074"/>
                  <a:pt x="10988" y="1801192"/>
                  <a:pt x="12700" y="1809750"/>
                </a:cubicBezTo>
                <a:cubicBezTo>
                  <a:pt x="15225" y="1822375"/>
                  <a:pt x="17628" y="1835054"/>
                  <a:pt x="19050" y="1847850"/>
                </a:cubicBezTo>
                <a:cubicBezTo>
                  <a:pt x="21865" y="1873182"/>
                  <a:pt x="22585" y="1898718"/>
                  <a:pt x="25400" y="1924050"/>
                </a:cubicBezTo>
                <a:cubicBezTo>
                  <a:pt x="26822" y="1936846"/>
                  <a:pt x="30153" y="1949374"/>
                  <a:pt x="31750" y="1962150"/>
                </a:cubicBezTo>
                <a:cubicBezTo>
                  <a:pt x="34388" y="1983258"/>
                  <a:pt x="33317" y="2004923"/>
                  <a:pt x="38100" y="2025650"/>
                </a:cubicBezTo>
                <a:cubicBezTo>
                  <a:pt x="39816" y="2033086"/>
                  <a:pt x="47387" y="2037874"/>
                  <a:pt x="50800" y="2044700"/>
                </a:cubicBezTo>
                <a:cubicBezTo>
                  <a:pt x="55898" y="2054895"/>
                  <a:pt x="59498" y="2065777"/>
                  <a:pt x="63500" y="2076450"/>
                </a:cubicBezTo>
                <a:cubicBezTo>
                  <a:pt x="69549" y="2092581"/>
                  <a:pt x="79923" y="2129440"/>
                  <a:pt x="82550" y="2139950"/>
                </a:cubicBezTo>
                <a:cubicBezTo>
                  <a:pt x="85567" y="2152020"/>
                  <a:pt x="90361" y="2184063"/>
                  <a:pt x="95250" y="2197100"/>
                </a:cubicBezTo>
                <a:cubicBezTo>
                  <a:pt x="114958" y="2249654"/>
                  <a:pt x="103513" y="2192052"/>
                  <a:pt x="120650" y="2260600"/>
                </a:cubicBezTo>
                <a:cubicBezTo>
                  <a:pt x="123773" y="2273091"/>
                  <a:pt x="123877" y="2286209"/>
                  <a:pt x="127000" y="2298700"/>
                </a:cubicBezTo>
                <a:cubicBezTo>
                  <a:pt x="130247" y="2311687"/>
                  <a:pt x="135853" y="2323978"/>
                  <a:pt x="139700" y="2336800"/>
                </a:cubicBezTo>
                <a:cubicBezTo>
                  <a:pt x="142208" y="2345159"/>
                  <a:pt x="142612" y="2354178"/>
                  <a:pt x="146050" y="2362200"/>
                </a:cubicBezTo>
                <a:cubicBezTo>
                  <a:pt x="149056" y="2369215"/>
                  <a:pt x="154517" y="2374900"/>
                  <a:pt x="158750" y="2381250"/>
                </a:cubicBezTo>
                <a:cubicBezTo>
                  <a:pt x="162983" y="2396067"/>
                  <a:pt x="167395" y="2410833"/>
                  <a:pt x="171450" y="2425700"/>
                </a:cubicBezTo>
                <a:cubicBezTo>
                  <a:pt x="173746" y="2434120"/>
                  <a:pt x="173897" y="2443294"/>
                  <a:pt x="177800" y="2451100"/>
                </a:cubicBezTo>
                <a:cubicBezTo>
                  <a:pt x="187182" y="2469863"/>
                  <a:pt x="201253" y="2476883"/>
                  <a:pt x="209550" y="2495550"/>
                </a:cubicBezTo>
                <a:cubicBezTo>
                  <a:pt x="214987" y="2507783"/>
                  <a:pt x="217675" y="2521069"/>
                  <a:pt x="222250" y="2533650"/>
                </a:cubicBezTo>
                <a:cubicBezTo>
                  <a:pt x="229687" y="2554100"/>
                  <a:pt x="237143" y="2571887"/>
                  <a:pt x="247650" y="2590800"/>
                </a:cubicBezTo>
                <a:cubicBezTo>
                  <a:pt x="253644" y="2601589"/>
                  <a:pt x="259123" y="2612808"/>
                  <a:pt x="266700" y="2622550"/>
                </a:cubicBezTo>
                <a:cubicBezTo>
                  <a:pt x="274051" y="2632001"/>
                  <a:pt x="284749" y="2638499"/>
                  <a:pt x="292100" y="2647950"/>
                </a:cubicBezTo>
                <a:cubicBezTo>
                  <a:pt x="299677" y="2657692"/>
                  <a:pt x="305156" y="2668911"/>
                  <a:pt x="311150" y="2679700"/>
                </a:cubicBezTo>
                <a:cubicBezTo>
                  <a:pt x="315747" y="2687975"/>
                  <a:pt x="318170" y="2697527"/>
                  <a:pt x="323850" y="2705100"/>
                </a:cubicBezTo>
                <a:cubicBezTo>
                  <a:pt x="331034" y="2714679"/>
                  <a:pt x="341458" y="2721409"/>
                  <a:pt x="349250" y="2730500"/>
                </a:cubicBezTo>
                <a:cubicBezTo>
                  <a:pt x="384423" y="2771536"/>
                  <a:pt x="330623" y="2724573"/>
                  <a:pt x="387350" y="2781300"/>
                </a:cubicBezTo>
                <a:cubicBezTo>
                  <a:pt x="394834" y="2788784"/>
                  <a:pt x="405266" y="2792866"/>
                  <a:pt x="412750" y="2800350"/>
                </a:cubicBezTo>
                <a:cubicBezTo>
                  <a:pt x="468462" y="2856062"/>
                  <a:pt x="367839" y="2776192"/>
                  <a:pt x="450850" y="2838450"/>
                </a:cubicBezTo>
                <a:cubicBezTo>
                  <a:pt x="455083" y="2846917"/>
                  <a:pt x="457390" y="2856663"/>
                  <a:pt x="463550" y="2863850"/>
                </a:cubicBezTo>
                <a:cubicBezTo>
                  <a:pt x="470438" y="2871885"/>
                  <a:pt x="481040" y="2875869"/>
                  <a:pt x="488950" y="2882900"/>
                </a:cubicBezTo>
                <a:cubicBezTo>
                  <a:pt x="500137" y="2892844"/>
                  <a:pt x="509575" y="2904638"/>
                  <a:pt x="520700" y="2914650"/>
                </a:cubicBezTo>
                <a:cubicBezTo>
                  <a:pt x="530774" y="2923717"/>
                  <a:pt x="542866" y="2930466"/>
                  <a:pt x="552450" y="2940050"/>
                </a:cubicBezTo>
                <a:cubicBezTo>
                  <a:pt x="592722" y="2980322"/>
                  <a:pt x="546183" y="2955323"/>
                  <a:pt x="603250" y="2978150"/>
                </a:cubicBezTo>
                <a:cubicBezTo>
                  <a:pt x="618067" y="2990850"/>
                  <a:pt x="631918" y="3004772"/>
                  <a:pt x="647700" y="3016250"/>
                </a:cubicBezTo>
                <a:cubicBezTo>
                  <a:pt x="655356" y="3021818"/>
                  <a:pt x="664825" y="3024353"/>
                  <a:pt x="673100" y="3028950"/>
                </a:cubicBezTo>
                <a:cubicBezTo>
                  <a:pt x="763532" y="3079190"/>
                  <a:pt x="638195" y="3012293"/>
                  <a:pt x="742950" y="3073400"/>
                </a:cubicBezTo>
                <a:cubicBezTo>
                  <a:pt x="755215" y="3080554"/>
                  <a:pt x="768548" y="3085718"/>
                  <a:pt x="781050" y="3092450"/>
                </a:cubicBezTo>
                <a:cubicBezTo>
                  <a:pt x="796075" y="3100541"/>
                  <a:pt x="811072" y="3108737"/>
                  <a:pt x="825500" y="3117850"/>
                </a:cubicBezTo>
                <a:cubicBezTo>
                  <a:pt x="851310" y="3134151"/>
                  <a:pt x="873641" y="3156625"/>
                  <a:pt x="901700" y="3168650"/>
                </a:cubicBezTo>
                <a:cubicBezTo>
                  <a:pt x="916517" y="3175000"/>
                  <a:pt x="931957" y="3180057"/>
                  <a:pt x="946150" y="3187700"/>
                </a:cubicBezTo>
                <a:cubicBezTo>
                  <a:pt x="959589" y="3194936"/>
                  <a:pt x="970876" y="3205744"/>
                  <a:pt x="984250" y="3213100"/>
                </a:cubicBezTo>
                <a:cubicBezTo>
                  <a:pt x="1013280" y="3229066"/>
                  <a:pt x="1043517" y="3242733"/>
                  <a:pt x="1073150" y="3257550"/>
                </a:cubicBezTo>
                <a:cubicBezTo>
                  <a:pt x="1094317" y="3268133"/>
                  <a:pt x="1114199" y="3281816"/>
                  <a:pt x="1136650" y="3289300"/>
                </a:cubicBezTo>
                <a:cubicBezTo>
                  <a:pt x="1174750" y="3302000"/>
                  <a:pt x="1211569" y="3319524"/>
                  <a:pt x="1250950" y="3327400"/>
                </a:cubicBezTo>
                <a:cubicBezTo>
                  <a:pt x="1272117" y="3331633"/>
                  <a:pt x="1293652" y="3334323"/>
                  <a:pt x="1314450" y="3340100"/>
                </a:cubicBezTo>
                <a:cubicBezTo>
                  <a:pt x="1331875" y="3344940"/>
                  <a:pt x="1347615" y="3355142"/>
                  <a:pt x="1365250" y="3359150"/>
                </a:cubicBezTo>
                <a:cubicBezTo>
                  <a:pt x="1394440" y="3365784"/>
                  <a:pt x="1454150" y="3371850"/>
                  <a:pt x="1454150" y="3371850"/>
                </a:cubicBezTo>
                <a:cubicBezTo>
                  <a:pt x="1489130" y="3383510"/>
                  <a:pt x="1489893" y="3385515"/>
                  <a:pt x="1524000" y="3390900"/>
                </a:cubicBezTo>
                <a:cubicBezTo>
                  <a:pt x="1553568" y="3395569"/>
                  <a:pt x="1612900" y="3403600"/>
                  <a:pt x="1612900" y="3403600"/>
                </a:cubicBezTo>
                <a:cubicBezTo>
                  <a:pt x="1663700" y="3401483"/>
                  <a:pt x="1714555" y="3400422"/>
                  <a:pt x="1765300" y="3397250"/>
                </a:cubicBezTo>
                <a:cubicBezTo>
                  <a:pt x="1782332" y="3396186"/>
                  <a:pt x="1799191" y="3393206"/>
                  <a:pt x="1816100" y="3390900"/>
                </a:cubicBezTo>
                <a:lnTo>
                  <a:pt x="1905000" y="3378200"/>
                </a:lnTo>
                <a:cubicBezTo>
                  <a:pt x="1919817" y="3376083"/>
                  <a:pt x="1934774" y="3374785"/>
                  <a:pt x="1949450" y="3371850"/>
                </a:cubicBezTo>
                <a:cubicBezTo>
                  <a:pt x="1960033" y="3369733"/>
                  <a:pt x="1970846" y="3368545"/>
                  <a:pt x="1981200" y="3365500"/>
                </a:cubicBezTo>
                <a:cubicBezTo>
                  <a:pt x="2006886" y="3357945"/>
                  <a:pt x="2031425" y="3346594"/>
                  <a:pt x="2057400" y="3340100"/>
                </a:cubicBezTo>
                <a:cubicBezTo>
                  <a:pt x="2065867" y="3337983"/>
                  <a:pt x="2074242" y="3335462"/>
                  <a:pt x="2082800" y="3333750"/>
                </a:cubicBezTo>
                <a:cubicBezTo>
                  <a:pt x="2095425" y="3331225"/>
                  <a:pt x="2108331" y="3330193"/>
                  <a:pt x="2120900" y="3327400"/>
                </a:cubicBezTo>
                <a:cubicBezTo>
                  <a:pt x="2127434" y="3325948"/>
                  <a:pt x="2133514" y="3322889"/>
                  <a:pt x="2139950" y="3321050"/>
                </a:cubicBezTo>
                <a:cubicBezTo>
                  <a:pt x="2156062" y="3316447"/>
                  <a:pt x="2169175" y="3314875"/>
                  <a:pt x="2184400" y="3308350"/>
                </a:cubicBezTo>
                <a:cubicBezTo>
                  <a:pt x="2193101" y="3304621"/>
                  <a:pt x="2200820" y="3298643"/>
                  <a:pt x="2209800" y="3295650"/>
                </a:cubicBezTo>
                <a:cubicBezTo>
                  <a:pt x="2220039" y="3292237"/>
                  <a:pt x="2231079" y="3291918"/>
                  <a:pt x="2241550" y="3289300"/>
                </a:cubicBezTo>
                <a:cubicBezTo>
                  <a:pt x="2253164" y="3286397"/>
                  <a:pt x="2285464" y="3273428"/>
                  <a:pt x="2292350" y="3270250"/>
                </a:cubicBezTo>
                <a:cubicBezTo>
                  <a:pt x="2309540" y="3262316"/>
                  <a:pt x="2325189" y="3250837"/>
                  <a:pt x="2343150" y="3244850"/>
                </a:cubicBezTo>
                <a:lnTo>
                  <a:pt x="2381250" y="3232150"/>
                </a:lnTo>
                <a:cubicBezTo>
                  <a:pt x="2442669" y="3186086"/>
                  <a:pt x="2377216" y="3230992"/>
                  <a:pt x="2425700" y="3206750"/>
                </a:cubicBezTo>
                <a:cubicBezTo>
                  <a:pt x="2432526" y="3203337"/>
                  <a:pt x="2437924" y="3197463"/>
                  <a:pt x="2444750" y="3194050"/>
                </a:cubicBezTo>
                <a:cubicBezTo>
                  <a:pt x="2454945" y="3188952"/>
                  <a:pt x="2466536" y="3186886"/>
                  <a:pt x="2476500" y="3181350"/>
                </a:cubicBezTo>
                <a:cubicBezTo>
                  <a:pt x="2485751" y="3176210"/>
                  <a:pt x="2493094" y="3168171"/>
                  <a:pt x="2501900" y="3162300"/>
                </a:cubicBezTo>
                <a:cubicBezTo>
                  <a:pt x="2512169" y="3155454"/>
                  <a:pt x="2523776" y="3150655"/>
                  <a:pt x="2533650" y="3143250"/>
                </a:cubicBezTo>
                <a:cubicBezTo>
                  <a:pt x="2571703" y="3114710"/>
                  <a:pt x="2533544" y="3130585"/>
                  <a:pt x="2571750" y="3117850"/>
                </a:cubicBezTo>
                <a:cubicBezTo>
                  <a:pt x="2637808" y="3051792"/>
                  <a:pt x="2547965" y="3139144"/>
                  <a:pt x="2609850" y="3086100"/>
                </a:cubicBezTo>
                <a:cubicBezTo>
                  <a:pt x="2618941" y="3078308"/>
                  <a:pt x="2625799" y="3068051"/>
                  <a:pt x="2635250" y="3060700"/>
                </a:cubicBezTo>
                <a:cubicBezTo>
                  <a:pt x="2644992" y="3053123"/>
                  <a:pt x="2657258" y="3049227"/>
                  <a:pt x="2667000" y="3041650"/>
                </a:cubicBezTo>
                <a:cubicBezTo>
                  <a:pt x="2676451" y="3034299"/>
                  <a:pt x="2683451" y="3024205"/>
                  <a:pt x="2692400" y="3016250"/>
                </a:cubicBezTo>
                <a:cubicBezTo>
                  <a:pt x="2702530" y="3007246"/>
                  <a:pt x="2714566" y="3000434"/>
                  <a:pt x="2724150" y="2990850"/>
                </a:cubicBezTo>
                <a:cubicBezTo>
                  <a:pt x="2733734" y="2981266"/>
                  <a:pt x="2739966" y="2968684"/>
                  <a:pt x="2749550" y="2959100"/>
                </a:cubicBezTo>
                <a:cubicBezTo>
                  <a:pt x="2757034" y="2951616"/>
                  <a:pt x="2767466" y="2947534"/>
                  <a:pt x="2774950" y="2940050"/>
                </a:cubicBezTo>
                <a:cubicBezTo>
                  <a:pt x="2784534" y="2930466"/>
                  <a:pt x="2791233" y="2918329"/>
                  <a:pt x="2800350" y="2908300"/>
                </a:cubicBezTo>
                <a:cubicBezTo>
                  <a:pt x="2812432" y="2895010"/>
                  <a:pt x="2830418" y="2886264"/>
                  <a:pt x="2838450" y="2870200"/>
                </a:cubicBezTo>
                <a:cubicBezTo>
                  <a:pt x="2854563" y="2837974"/>
                  <a:pt x="2843274" y="2850051"/>
                  <a:pt x="2870200" y="2832100"/>
                </a:cubicBezTo>
                <a:cubicBezTo>
                  <a:pt x="2877964" y="2816573"/>
                  <a:pt x="2884381" y="2801113"/>
                  <a:pt x="2895600" y="2787650"/>
                </a:cubicBezTo>
                <a:cubicBezTo>
                  <a:pt x="2901349" y="2780751"/>
                  <a:pt x="2909430" y="2775908"/>
                  <a:pt x="2914650" y="2768600"/>
                </a:cubicBezTo>
                <a:cubicBezTo>
                  <a:pt x="2920152" y="2760897"/>
                  <a:pt x="2922333" y="2751227"/>
                  <a:pt x="2927350" y="2743200"/>
                </a:cubicBezTo>
                <a:cubicBezTo>
                  <a:pt x="2963833" y="2684827"/>
                  <a:pt x="2935141" y="2740319"/>
                  <a:pt x="2952750" y="270510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8795228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무조건 다운로드</a:t>
            </a:r>
            <a:endParaRPr lang="en-US" altLang="ko-KR" dirty="0" smtClean="0"/>
          </a:p>
          <a:p>
            <a:r>
              <a:rPr lang="en-US" altLang="ko-KR" sz="1600" dirty="0" smtClean="0"/>
              <a:t>-web browser</a:t>
            </a:r>
            <a:r>
              <a:rPr lang="ko-KR" altLang="en-US" sz="1600" dirty="0" smtClean="0"/>
              <a:t>는 브라우저가 해석 할 수 있는 파일에 대해서는 브라우저가 실행해서 보여준다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-web browser</a:t>
            </a:r>
            <a:r>
              <a:rPr lang="ko-KR" altLang="en-US" sz="1600" dirty="0" smtClean="0"/>
              <a:t>가 해석 수 없는 파일은 자동 다운로드가된다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-</a:t>
            </a:r>
            <a:r>
              <a:rPr lang="en-US" altLang="ko-KR" sz="1600" dirty="0" err="1" smtClean="0"/>
              <a:t>IOStream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필요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 smtClean="0"/>
          </a:p>
          <a:p>
            <a:r>
              <a:rPr lang="ko-KR" altLang="en-US" sz="1600" dirty="0" smtClean="0"/>
              <a:t>순서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 smtClean="0"/>
              <a:t>1.</a:t>
            </a:r>
            <a:r>
              <a:rPr lang="ko-KR" altLang="en-US" sz="1600" dirty="0" smtClean="0"/>
              <a:t>페이지지시자의 응답방식을 변경</a:t>
            </a:r>
            <a:r>
              <a:rPr lang="en-US" altLang="ko-KR" sz="1600" dirty="0" smtClean="0"/>
              <a:t>( HTML </a:t>
            </a:r>
            <a:r>
              <a:rPr lang="ko-KR" altLang="en-US" sz="1600" dirty="0" smtClean="0"/>
              <a:t>응답에서 </a:t>
            </a:r>
            <a:r>
              <a:rPr lang="en-US" altLang="ko-KR" sz="1600" dirty="0" smtClean="0"/>
              <a:t>Stream</a:t>
            </a:r>
            <a:r>
              <a:rPr lang="ko-KR" altLang="en-US" sz="1600" dirty="0" smtClean="0"/>
              <a:t>을 응답할 수 있게 변경 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contentType</a:t>
            </a:r>
            <a:r>
              <a:rPr lang="en-US" altLang="ko-KR" sz="1600" smtClean="0"/>
              <a:t>=“application/octet-stream”</a:t>
            </a:r>
            <a:endParaRPr lang="ko-KR" altLang="en-US" sz="1600" dirty="0"/>
          </a:p>
        </p:txBody>
      </p:sp>
      <p:cxnSp>
        <p:nvCxnSpPr>
          <p:cNvPr id="5" name="직선 연결선 4"/>
          <p:cNvCxnSpPr/>
          <p:nvPr/>
        </p:nvCxnSpPr>
        <p:spPr>
          <a:xfrm flipV="1">
            <a:off x="1857356" y="781050"/>
            <a:ext cx="1431944" cy="4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/>
          <p:cNvCxnSpPr/>
          <p:nvPr/>
        </p:nvCxnSpPr>
        <p:spPr>
          <a:xfrm rot="10800000">
            <a:off x="2428860" y="857232"/>
            <a:ext cx="214314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71736" y="865985"/>
            <a:ext cx="5977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이미지</a:t>
            </a:r>
            <a:r>
              <a:rPr lang="en-US" altLang="ko-KR" sz="1200" dirty="0" smtClean="0"/>
              <a:t>, txt, html, xml, </a:t>
            </a:r>
            <a:r>
              <a:rPr lang="ko-KR" altLang="en-US" sz="1200" dirty="0" smtClean="0"/>
              <a:t>서버에서 실행 가능한 </a:t>
            </a:r>
            <a:r>
              <a:rPr lang="en-US" altLang="ko-KR" sz="1200" dirty="0" smtClean="0"/>
              <a:t>SSS(Server Side Script : JSP, PHP, ASP )</a:t>
            </a:r>
            <a:endParaRPr lang="ko-KR" altLang="en-US" sz="1200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1841500" y="1479550"/>
            <a:ext cx="15875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rot="10800000">
            <a:off x="2357422" y="1562859"/>
            <a:ext cx="214314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00298" y="1571612"/>
            <a:ext cx="1639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 smtClean="0"/>
              <a:t>pptx</a:t>
            </a:r>
            <a:r>
              <a:rPr lang="en-US" altLang="ko-KR" sz="1200" dirty="0" smtClean="0"/>
              <a:t>, </a:t>
            </a:r>
            <a:r>
              <a:rPr lang="en-US" altLang="ko-KR" sz="1200" dirty="0" err="1" smtClean="0"/>
              <a:t>hwp</a:t>
            </a:r>
            <a:r>
              <a:rPr lang="en-US" altLang="ko-KR" sz="1200" dirty="0" smtClean="0"/>
              <a:t>, </a:t>
            </a:r>
            <a:r>
              <a:rPr lang="en-US" altLang="ko-KR" sz="1200" dirty="0" err="1" smtClean="0"/>
              <a:t>xlsx</a:t>
            </a:r>
            <a:r>
              <a:rPr lang="en-US" altLang="ko-KR" sz="1200" dirty="0" smtClean="0"/>
              <a:t>, </a:t>
            </a:r>
            <a:r>
              <a:rPr lang="en-US" altLang="ko-KR" sz="1200" dirty="0" err="1" smtClean="0"/>
              <a:t>docx</a:t>
            </a:r>
            <a:endParaRPr lang="ko-KR" altLang="en-US" sz="1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3438" y="2000240"/>
            <a:ext cx="3990970" cy="654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14728</TotalTime>
  <Words>648</Words>
  <Application>Microsoft Office PowerPoint</Application>
  <PresentationFormat>화면 슬라이드 쇼(4:3)</PresentationFormat>
  <Paragraphs>121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1903</cp:revision>
  <dcterms:created xsi:type="dcterms:W3CDTF">2026-05-15T07:07:56Z</dcterms:created>
  <dcterms:modified xsi:type="dcterms:W3CDTF">2026-07-07T05:12:45Z</dcterms:modified>
</cp:coreProperties>
</file>